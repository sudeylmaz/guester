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66" r:id="rId4"/>
  </p:sldMasterIdLst>
  <p:notesMasterIdLst>
    <p:notesMasterId r:id="rId22"/>
  </p:notesMasterIdLst>
  <p:handoutMasterIdLst>
    <p:handoutMasterId r:id="rId23"/>
  </p:handoutMasterIdLst>
  <p:sldIdLst>
    <p:sldId id="256" r:id="rId5"/>
    <p:sldId id="270" r:id="rId6"/>
    <p:sldId id="265" r:id="rId7"/>
    <p:sldId id="273" r:id="rId8"/>
    <p:sldId id="271" r:id="rId9"/>
    <p:sldId id="280" r:id="rId10"/>
    <p:sldId id="281" r:id="rId11"/>
    <p:sldId id="282" r:id="rId12"/>
    <p:sldId id="283" r:id="rId13"/>
    <p:sldId id="274" r:id="rId14"/>
    <p:sldId id="268" r:id="rId15"/>
    <p:sldId id="275" r:id="rId16"/>
    <p:sldId id="276" r:id="rId17"/>
    <p:sldId id="277" r:id="rId18"/>
    <p:sldId id="278" r:id="rId19"/>
    <p:sldId id="279" r:id="rId20"/>
    <p:sldId id="26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FC6AB4-30D7-428C-89A8-810CD273D074}" v="77" dt="2026-06-08T21:49:07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2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922" y="6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152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406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e Yılmaz" userId="9fe943f1-afa7-4ade-ae50-7efb6dc7d5a3" providerId="ADAL" clId="{D002B4D2-25AC-4B0A-8BD0-D99F88F888C8}"/>
    <pc:docChg chg="undo redo custSel addSld delSld modSld sldOrd modMainMaster">
      <pc:chgData name="Sude Yılmaz" userId="9fe943f1-afa7-4ade-ae50-7efb6dc7d5a3" providerId="ADAL" clId="{D002B4D2-25AC-4B0A-8BD0-D99F88F888C8}" dt="2026-06-08T23:00:59.389" v="2332" actId="20577"/>
      <pc:docMkLst>
        <pc:docMk/>
      </pc:docMkLst>
      <pc:sldChg chg="addSp delSp modSp mod delDesignElem">
        <pc:chgData name="Sude Yılmaz" userId="9fe943f1-afa7-4ade-ae50-7efb6dc7d5a3" providerId="ADAL" clId="{D002B4D2-25AC-4B0A-8BD0-D99F88F888C8}" dt="2026-06-08T19:45:41.001" v="1094" actId="27636"/>
        <pc:sldMkLst>
          <pc:docMk/>
          <pc:sldMk cId="300101176" sldId="256"/>
        </pc:sldMkLst>
        <pc:spChg chg="mod">
          <ac:chgData name="Sude Yılmaz" userId="9fe943f1-afa7-4ade-ae50-7efb6dc7d5a3" providerId="ADAL" clId="{D002B4D2-25AC-4B0A-8BD0-D99F88F888C8}" dt="2026-06-08T12:40:35.758" v="251" actId="1076"/>
          <ac:spMkLst>
            <pc:docMk/>
            <pc:sldMk cId="300101176" sldId="256"/>
            <ac:spMk id="2" creationId="{08BDDBEB-2A0E-4470-BE29-A528A3A60875}"/>
          </ac:spMkLst>
        </pc:spChg>
        <pc:spChg chg="mod">
          <ac:chgData name="Sude Yılmaz" userId="9fe943f1-afa7-4ade-ae50-7efb6dc7d5a3" providerId="ADAL" clId="{D002B4D2-25AC-4B0A-8BD0-D99F88F888C8}" dt="2026-06-08T19:45:41.001" v="1094" actId="27636"/>
          <ac:spMkLst>
            <pc:docMk/>
            <pc:sldMk cId="300101176" sldId="256"/>
            <ac:spMk id="3" creationId="{1D090625-51CE-4ECB-81A4-C4905F3FBFE9}"/>
          </ac:spMkLst>
        </pc:spChg>
        <pc:spChg chg="del mod">
          <ac:chgData name="Sude Yılmaz" userId="9fe943f1-afa7-4ade-ae50-7efb6dc7d5a3" providerId="ADAL" clId="{D002B4D2-25AC-4B0A-8BD0-D99F88F888C8}" dt="2026-06-08T12:47:05.769" v="306" actId="478"/>
          <ac:spMkLst>
            <pc:docMk/>
            <pc:sldMk cId="300101176" sldId="256"/>
            <ac:spMk id="10" creationId="{0411A48C-153F-99A6-356B-ECB8F9ED3280}"/>
          </ac:spMkLst>
        </pc:spChg>
        <pc:spChg chg="add del">
          <ac:chgData name="Sude Yılmaz" userId="9fe943f1-afa7-4ade-ae50-7efb6dc7d5a3" providerId="ADAL" clId="{D002B4D2-25AC-4B0A-8BD0-D99F88F888C8}" dt="2026-06-08T12:56:56.804" v="370"/>
          <ac:spMkLst>
            <pc:docMk/>
            <pc:sldMk cId="300101176" sldId="256"/>
            <ac:spMk id="64" creationId="{9DBC4630-03DA-474F-BBCB-BA3AE6B317A4}"/>
          </ac:spMkLst>
        </pc:spChg>
        <pc:spChg chg="add del">
          <ac:chgData name="Sude Yılmaz" userId="9fe943f1-afa7-4ade-ae50-7efb6dc7d5a3" providerId="ADAL" clId="{D002B4D2-25AC-4B0A-8BD0-D99F88F888C8}" dt="2026-06-08T12:56:56.804" v="370"/>
          <ac:spMkLst>
            <pc:docMk/>
            <pc:sldMk cId="300101176" sldId="256"/>
            <ac:spMk id="65" creationId="{78418A25-6EAC-4140-BFE6-284E1925B5EE}"/>
          </ac:spMkLst>
        </pc:spChg>
        <pc:spChg chg="add del">
          <ac:chgData name="Sude Yılmaz" userId="9fe943f1-afa7-4ade-ae50-7efb6dc7d5a3" providerId="ADAL" clId="{D002B4D2-25AC-4B0A-8BD0-D99F88F888C8}" dt="2026-06-08T12:56:56.804" v="370"/>
          <ac:spMkLst>
            <pc:docMk/>
            <pc:sldMk cId="300101176" sldId="256"/>
            <ac:spMk id="66" creationId="{F6E384F5-137A-40B1-97F0-694CC6ECD59C}"/>
          </ac:spMkLst>
        </pc:spChg>
        <pc:spChg chg="del">
          <ac:chgData name="Sude Yılmaz" userId="9fe943f1-afa7-4ade-ae50-7efb6dc7d5a3" providerId="ADAL" clId="{D002B4D2-25AC-4B0A-8BD0-D99F88F888C8}" dt="2026-06-08T12:05:01.265" v="7"/>
          <ac:spMkLst>
            <pc:docMk/>
            <pc:sldMk cId="300101176" sldId="256"/>
            <ac:spMk id="68" creationId="{F6E384F5-137A-40B1-97F0-694CC6ECD59C}"/>
          </ac:spMkLst>
        </pc:spChg>
        <pc:spChg chg="del">
          <ac:chgData name="Sude Yılmaz" userId="9fe943f1-afa7-4ade-ae50-7efb6dc7d5a3" providerId="ADAL" clId="{D002B4D2-25AC-4B0A-8BD0-D99F88F888C8}" dt="2026-06-08T12:05:01.265" v="7"/>
          <ac:spMkLst>
            <pc:docMk/>
            <pc:sldMk cId="300101176" sldId="256"/>
            <ac:spMk id="69" creationId="{9DBC4630-03DA-474F-BBCB-BA3AE6B317A4}"/>
          </ac:spMkLst>
        </pc:spChg>
        <pc:spChg chg="del">
          <ac:chgData name="Sude Yılmaz" userId="9fe943f1-afa7-4ade-ae50-7efb6dc7d5a3" providerId="ADAL" clId="{D002B4D2-25AC-4B0A-8BD0-D99F88F888C8}" dt="2026-06-08T12:05:01.265" v="7"/>
          <ac:spMkLst>
            <pc:docMk/>
            <pc:sldMk cId="300101176" sldId="256"/>
            <ac:spMk id="70" creationId="{78418A25-6EAC-4140-BFE6-284E1925B5EE}"/>
          </ac:spMkLst>
        </pc:spChg>
        <pc:spChg chg="del">
          <ac:chgData name="Sude Yılmaz" userId="9fe943f1-afa7-4ade-ae50-7efb6dc7d5a3" providerId="ADAL" clId="{D002B4D2-25AC-4B0A-8BD0-D99F88F888C8}" dt="2026-06-08T12:05:01.265" v="7"/>
          <ac:spMkLst>
            <pc:docMk/>
            <pc:sldMk cId="300101176" sldId="256"/>
            <ac:spMk id="71" creationId="{31103AB2-C090-458F-B752-294F23AFA8AD}"/>
          </ac:spMkLst>
        </pc:spChg>
        <pc:spChg chg="add del">
          <ac:chgData name="Sude Yılmaz" userId="9fe943f1-afa7-4ade-ae50-7efb6dc7d5a3" providerId="ADAL" clId="{D002B4D2-25AC-4B0A-8BD0-D99F88F888C8}" dt="2026-06-08T12:56:56.804" v="370"/>
          <ac:spMkLst>
            <pc:docMk/>
            <pc:sldMk cId="300101176" sldId="256"/>
            <ac:spMk id="72" creationId="{31103AB2-C090-458F-B752-294F23AFA8AD}"/>
          </ac:spMkLst>
        </pc:spChg>
        <pc:picChg chg="mod">
          <ac:chgData name="Sude Yılmaz" userId="9fe943f1-afa7-4ade-ae50-7efb6dc7d5a3" providerId="ADAL" clId="{D002B4D2-25AC-4B0A-8BD0-D99F88F888C8}" dt="2026-06-08T13:17:05.007" v="464" actId="1076"/>
          <ac:picMkLst>
            <pc:docMk/>
            <pc:sldMk cId="300101176" sldId="256"/>
            <ac:picMk id="14" creationId="{551E02BC-36D9-E432-2726-8CEA7B412C7C}"/>
          </ac:picMkLst>
        </pc:picChg>
        <pc:picChg chg="mod">
          <ac:chgData name="Sude Yılmaz" userId="9fe943f1-afa7-4ade-ae50-7efb6dc7d5a3" providerId="ADAL" clId="{D002B4D2-25AC-4B0A-8BD0-D99F88F888C8}" dt="2026-06-08T12:40:36.403" v="252" actId="1076"/>
          <ac:picMkLst>
            <pc:docMk/>
            <pc:sldMk cId="300101176" sldId="256"/>
            <ac:picMk id="16" creationId="{FEB2BF72-0882-9501-2872-A838AB9E5E82}"/>
          </ac:picMkLst>
        </pc:picChg>
        <pc:picChg chg="mod">
          <ac:chgData name="Sude Yılmaz" userId="9fe943f1-afa7-4ade-ae50-7efb6dc7d5a3" providerId="ADAL" clId="{D002B4D2-25AC-4B0A-8BD0-D99F88F888C8}" dt="2026-06-08T13:17:06.168" v="466" actId="1076"/>
          <ac:picMkLst>
            <pc:docMk/>
            <pc:sldMk cId="300101176" sldId="256"/>
            <ac:picMk id="22" creationId="{0F0EB866-3D3E-B42E-8C16-91ED520F4B45}"/>
          </ac:picMkLst>
        </pc:picChg>
        <pc:picChg chg="del mod">
          <ac:chgData name="Sude Yılmaz" userId="9fe943f1-afa7-4ade-ae50-7efb6dc7d5a3" providerId="ADAL" clId="{D002B4D2-25AC-4B0A-8BD0-D99F88F888C8}" dt="2026-06-08T12:42:03.325" v="267" actId="478"/>
          <ac:picMkLst>
            <pc:docMk/>
            <pc:sldMk cId="300101176" sldId="256"/>
            <ac:picMk id="32" creationId="{D6ACD72B-FEAC-EDAA-20B7-DD349738E1A5}"/>
          </ac:picMkLst>
        </pc:picChg>
        <pc:picChg chg="mod">
          <ac:chgData name="Sude Yılmaz" userId="9fe943f1-afa7-4ade-ae50-7efb6dc7d5a3" providerId="ADAL" clId="{D002B4D2-25AC-4B0A-8BD0-D99F88F888C8}" dt="2026-06-08T13:17:00.026" v="463" actId="1076"/>
          <ac:picMkLst>
            <pc:docMk/>
            <pc:sldMk cId="300101176" sldId="256"/>
            <ac:picMk id="52" creationId="{7CD8BB22-3E5C-90C9-61BF-CBEE56F5A9B0}"/>
          </ac:picMkLst>
        </pc:picChg>
        <pc:picChg chg="add del mod">
          <ac:chgData name="Sude Yılmaz" userId="9fe943f1-afa7-4ade-ae50-7efb6dc7d5a3" providerId="ADAL" clId="{D002B4D2-25AC-4B0A-8BD0-D99F88F888C8}" dt="2026-06-08T12:42:20.627" v="270" actId="478"/>
          <ac:picMkLst>
            <pc:docMk/>
            <pc:sldMk cId="300101176" sldId="256"/>
            <ac:picMk id="54" creationId="{DA908392-027A-3436-1EE4-34C63EA71FF0}"/>
          </ac:picMkLst>
        </pc:picChg>
        <pc:picChg chg="add mod ord">
          <ac:chgData name="Sude Yılmaz" userId="9fe943f1-afa7-4ade-ae50-7efb6dc7d5a3" providerId="ADAL" clId="{D002B4D2-25AC-4B0A-8BD0-D99F88F888C8}" dt="2026-06-08T13:17:05.583" v="465" actId="1076"/>
          <ac:picMkLst>
            <pc:docMk/>
            <pc:sldMk cId="300101176" sldId="256"/>
            <ac:picMk id="61" creationId="{0844F76E-E565-B89A-6FDE-52236ADE988E}"/>
          </ac:picMkLst>
        </pc:picChg>
        <pc:picChg chg="add del mod">
          <ac:chgData name="Sude Yılmaz" userId="9fe943f1-afa7-4ade-ae50-7efb6dc7d5a3" providerId="ADAL" clId="{D002B4D2-25AC-4B0A-8BD0-D99F88F888C8}" dt="2026-06-08T12:45:53.657" v="295" actId="478"/>
          <ac:picMkLst>
            <pc:docMk/>
            <pc:sldMk cId="300101176" sldId="256"/>
            <ac:picMk id="63" creationId="{F10030F1-5ABF-BC42-359A-860B57FCF2DC}"/>
          </ac:picMkLst>
        </pc:picChg>
      </pc:sldChg>
      <pc:sldChg chg="ord">
        <pc:chgData name="Sude Yılmaz" userId="9fe943f1-afa7-4ade-ae50-7efb6dc7d5a3" providerId="ADAL" clId="{D002B4D2-25AC-4B0A-8BD0-D99F88F888C8}" dt="2026-06-08T13:00:02.557" v="410"/>
        <pc:sldMkLst>
          <pc:docMk/>
          <pc:sldMk cId="1779314252" sldId="265"/>
        </pc:sldMkLst>
      </pc:sldChg>
      <pc:sldChg chg="addSp delSp modSp mod setBg setClrOvrMap">
        <pc:chgData name="Sude Yılmaz" userId="9fe943f1-afa7-4ade-ae50-7efb6dc7d5a3" providerId="ADAL" clId="{D002B4D2-25AC-4B0A-8BD0-D99F88F888C8}" dt="2026-06-08T21:53:02.603" v="2324" actId="255"/>
        <pc:sldMkLst>
          <pc:docMk/>
          <pc:sldMk cId="3179833211" sldId="267"/>
        </pc:sldMkLst>
        <pc:spChg chg="mod">
          <ac:chgData name="Sude Yılmaz" userId="9fe943f1-afa7-4ade-ae50-7efb6dc7d5a3" providerId="ADAL" clId="{D002B4D2-25AC-4B0A-8BD0-D99F88F888C8}" dt="2026-06-08T21:52:46.982" v="2322" actId="255"/>
          <ac:spMkLst>
            <pc:docMk/>
            <pc:sldMk cId="3179833211" sldId="267"/>
            <ac:spMk id="2" creationId="{E734342C-2173-4B23-9C3C-2950C6A3983D}"/>
          </ac:spMkLst>
        </pc:spChg>
        <pc:spChg chg="mod">
          <ac:chgData name="Sude Yılmaz" userId="9fe943f1-afa7-4ade-ae50-7efb6dc7d5a3" providerId="ADAL" clId="{D002B4D2-25AC-4B0A-8BD0-D99F88F888C8}" dt="2026-06-08T21:53:02.603" v="2324" actId="255"/>
          <ac:spMkLst>
            <pc:docMk/>
            <pc:sldMk cId="3179833211" sldId="267"/>
            <ac:spMk id="3" creationId="{6A75989C-CEF6-4790-9F3D-DDEC3CEECEF5}"/>
          </ac:spMkLst>
        </pc:spChg>
        <pc:spChg chg="add mod">
          <ac:chgData name="Sude Yılmaz" userId="9fe943f1-afa7-4ade-ae50-7efb6dc7d5a3" providerId="ADAL" clId="{D002B4D2-25AC-4B0A-8BD0-D99F88F888C8}" dt="2026-06-08T21:52:52.905" v="2323" actId="1076"/>
          <ac:spMkLst>
            <pc:docMk/>
            <pc:sldMk cId="3179833211" sldId="267"/>
            <ac:spMk id="6" creationId="{567B37CF-4CD2-AFD3-C3C3-383E634CF530}"/>
          </ac:spMkLst>
        </pc:spChg>
        <pc:spChg chg="add del">
          <ac:chgData name="Sude Yılmaz" userId="9fe943f1-afa7-4ade-ae50-7efb6dc7d5a3" providerId="ADAL" clId="{D002B4D2-25AC-4B0A-8BD0-D99F88F888C8}" dt="2026-06-08T21:43:58.651" v="2146" actId="26606"/>
          <ac:spMkLst>
            <pc:docMk/>
            <pc:sldMk cId="3179833211" sldId="267"/>
            <ac:spMk id="10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43:58.651" v="2146" actId="26606"/>
          <ac:spMkLst>
            <pc:docMk/>
            <pc:sldMk cId="3179833211" sldId="267"/>
            <ac:spMk id="18" creationId="{6A0FFA78-985C-4F50-B21A-77045C7DF657}"/>
          </ac:spMkLst>
        </pc:spChg>
        <pc:spChg chg="add del">
          <ac:chgData name="Sude Yılmaz" userId="9fe943f1-afa7-4ade-ae50-7efb6dc7d5a3" providerId="ADAL" clId="{D002B4D2-25AC-4B0A-8BD0-D99F88F888C8}" dt="2026-06-08T21:44:16.043" v="2148" actId="26606"/>
          <ac:spMkLst>
            <pc:docMk/>
            <pc:sldMk cId="3179833211" sldId="267"/>
            <ac:spMk id="22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44:16.043" v="2148" actId="26606"/>
          <ac:spMkLst>
            <pc:docMk/>
            <pc:sldMk cId="3179833211" sldId="267"/>
            <ac:spMk id="26" creationId="{65513E21-21B0-48DB-8CF1-35E43B33A477}"/>
          </ac:spMkLst>
        </pc:spChg>
        <pc:spChg chg="add del">
          <ac:chgData name="Sude Yılmaz" userId="9fe943f1-afa7-4ade-ae50-7efb6dc7d5a3" providerId="ADAL" clId="{D002B4D2-25AC-4B0A-8BD0-D99F88F888C8}" dt="2026-06-08T21:46:26.133" v="2163" actId="26606"/>
          <ac:spMkLst>
            <pc:docMk/>
            <pc:sldMk cId="3179833211" sldId="267"/>
            <ac:spMk id="29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46:26.133" v="2163" actId="26606"/>
          <ac:spMkLst>
            <pc:docMk/>
            <pc:sldMk cId="3179833211" sldId="267"/>
            <ac:spMk id="34" creationId="{60D1173B-FBCA-4F2A-AB78-7DB51EC9572D}"/>
          </ac:spMkLst>
        </pc:spChg>
        <pc:spChg chg="add del">
          <ac:chgData name="Sude Yılmaz" userId="9fe943f1-afa7-4ade-ae50-7efb6dc7d5a3" providerId="ADAL" clId="{D002B4D2-25AC-4B0A-8BD0-D99F88F888C8}" dt="2026-06-08T21:46:26.133" v="2163" actId="26606"/>
          <ac:spMkLst>
            <pc:docMk/>
            <pc:sldMk cId="3179833211" sldId="267"/>
            <ac:spMk id="35" creationId="{0B08DCF8-02FA-4015-A96A-7F8A89EBCC49}"/>
          </ac:spMkLst>
        </pc:spChg>
        <pc:spChg chg="add del">
          <ac:chgData name="Sude Yılmaz" userId="9fe943f1-afa7-4ade-ae50-7efb6dc7d5a3" providerId="ADAL" clId="{D002B4D2-25AC-4B0A-8BD0-D99F88F888C8}" dt="2026-06-08T21:46:26.133" v="2163" actId="26606"/>
          <ac:spMkLst>
            <pc:docMk/>
            <pc:sldMk cId="3179833211" sldId="267"/>
            <ac:spMk id="44" creationId="{EEA869E1-F851-4A52-92F5-77E592B76A5B}"/>
          </ac:spMkLst>
        </pc:spChg>
        <pc:spChg chg="add del">
          <ac:chgData name="Sude Yılmaz" userId="9fe943f1-afa7-4ade-ae50-7efb6dc7d5a3" providerId="ADAL" clId="{D002B4D2-25AC-4B0A-8BD0-D99F88F888C8}" dt="2026-06-08T21:46:26.133" v="2163" actId="26606"/>
          <ac:spMkLst>
            <pc:docMk/>
            <pc:sldMk cId="3179833211" sldId="267"/>
            <ac:spMk id="52" creationId="{0EF77632-1A0C-4B9F-829B-226E68A78E9F}"/>
          </ac:spMkLst>
        </pc:spChg>
        <pc:spChg chg="add del">
          <ac:chgData name="Sude Yılmaz" userId="9fe943f1-afa7-4ade-ae50-7efb6dc7d5a3" providerId="ADAL" clId="{D002B4D2-25AC-4B0A-8BD0-D99F88F888C8}" dt="2026-06-08T21:46:26.133" v="2163" actId="26606"/>
          <ac:spMkLst>
            <pc:docMk/>
            <pc:sldMk cId="3179833211" sldId="267"/>
            <ac:spMk id="54" creationId="{F3DCFC27-6BCE-42B6-8372-070EA07685D7}"/>
          </ac:spMkLst>
        </pc:spChg>
        <pc:grpChg chg="add">
          <ac:chgData name="Sude Yılmaz" userId="9fe943f1-afa7-4ade-ae50-7efb6dc7d5a3" providerId="ADAL" clId="{D002B4D2-25AC-4B0A-8BD0-D99F88F888C8}" dt="2026-06-08T21:44:16.075" v="2149" actId="26606"/>
          <ac:grpSpMkLst>
            <pc:docMk/>
            <pc:sldMk cId="3179833211" sldId="267"/>
            <ac:grpSpMk id="36" creationId="{72EFD7EB-F887-4187-BD35-2F6584E9E0D1}"/>
          </ac:grpSpMkLst>
        </pc:grpChg>
        <pc:picChg chg="mod ord">
          <ac:chgData name="Sude Yılmaz" userId="9fe943f1-afa7-4ade-ae50-7efb6dc7d5a3" providerId="ADAL" clId="{D002B4D2-25AC-4B0A-8BD0-D99F88F888C8}" dt="2026-06-08T21:46:10.593" v="2161" actId="26606"/>
          <ac:picMkLst>
            <pc:docMk/>
            <pc:sldMk cId="3179833211" sldId="267"/>
            <ac:picMk id="5" creationId="{BDEE4019-56F2-459C-B15D-76C0CDC216FA}"/>
          </ac:picMkLst>
        </pc:picChg>
        <pc:picChg chg="add mod">
          <ac:chgData name="Sude Yılmaz" userId="9fe943f1-afa7-4ade-ae50-7efb6dc7d5a3" providerId="ADAL" clId="{D002B4D2-25AC-4B0A-8BD0-D99F88F888C8}" dt="2026-06-08T21:46:06.839" v="2160" actId="14100"/>
          <ac:picMkLst>
            <pc:docMk/>
            <pc:sldMk cId="3179833211" sldId="267"/>
            <ac:picMk id="8" creationId="{C4247EF7-14CF-59F4-76DF-107D0B315EB6}"/>
          </ac:picMkLst>
        </pc:picChg>
        <pc:picChg chg="add del">
          <ac:chgData name="Sude Yılmaz" userId="9fe943f1-afa7-4ade-ae50-7efb6dc7d5a3" providerId="ADAL" clId="{D002B4D2-25AC-4B0A-8BD0-D99F88F888C8}" dt="2026-06-08T21:43:58.651" v="2146" actId="26606"/>
          <ac:picMkLst>
            <pc:docMk/>
            <pc:sldMk cId="3179833211" sldId="267"/>
            <ac:picMk id="12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21:44:16.043" v="2148" actId="26606"/>
          <ac:picMkLst>
            <pc:docMk/>
            <pc:sldMk cId="3179833211" sldId="267"/>
            <ac:picMk id="23" creationId="{1F5620B8-A2D8-4568-B566-F0453A0D9167}"/>
          </ac:picMkLst>
        </pc:picChg>
        <pc:picChg chg="add">
          <ac:chgData name="Sude Yılmaz" userId="9fe943f1-afa7-4ade-ae50-7efb6dc7d5a3" providerId="ADAL" clId="{D002B4D2-25AC-4B0A-8BD0-D99F88F888C8}" dt="2026-06-08T21:46:26.133" v="2163" actId="26606"/>
          <ac:picMkLst>
            <pc:docMk/>
            <pc:sldMk cId="3179833211" sldId="267"/>
            <ac:picMk id="28" creationId="{971F6991-E635-48F8-9309-D5A5C1ECBF2A}"/>
          </ac:picMkLst>
        </pc:picChg>
        <pc:picChg chg="add">
          <ac:chgData name="Sude Yılmaz" userId="9fe943f1-afa7-4ade-ae50-7efb6dc7d5a3" providerId="ADAL" clId="{D002B4D2-25AC-4B0A-8BD0-D99F88F888C8}" dt="2026-06-08T21:44:16.075" v="2149" actId="26606"/>
          <ac:picMkLst>
            <pc:docMk/>
            <pc:sldMk cId="3179833211" sldId="267"/>
            <ac:picMk id="31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21:46:26.133" v="2163" actId="26606"/>
          <ac:picMkLst>
            <pc:docMk/>
            <pc:sldMk cId="3179833211" sldId="267"/>
            <ac:picMk id="58" creationId="{F82046CE-87C5-4670-A404-6AB453F5A928}"/>
          </ac:picMkLst>
        </pc:picChg>
        <pc:cxnChg chg="add del">
          <ac:chgData name="Sude Yılmaz" userId="9fe943f1-afa7-4ade-ae50-7efb6dc7d5a3" providerId="ADAL" clId="{D002B4D2-25AC-4B0A-8BD0-D99F88F888C8}" dt="2026-06-08T21:43:58.651" v="2146" actId="26606"/>
          <ac:cxnSpMkLst>
            <pc:docMk/>
            <pc:sldMk cId="3179833211" sldId="267"/>
            <ac:cxnSpMk id="14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21:43:58.651" v="2146" actId="26606"/>
          <ac:cxnSpMkLst>
            <pc:docMk/>
            <pc:sldMk cId="3179833211" sldId="267"/>
            <ac:cxnSpMk id="16" creationId="{4977F1E1-2B6F-4BB6-899F-67D8764D83C5}"/>
          </ac:cxnSpMkLst>
        </pc:cxnChg>
        <pc:cxnChg chg="add del">
          <ac:chgData name="Sude Yılmaz" userId="9fe943f1-afa7-4ade-ae50-7efb6dc7d5a3" providerId="ADAL" clId="{D002B4D2-25AC-4B0A-8BD0-D99F88F888C8}" dt="2026-06-08T21:43:58.651" v="2146" actId="26606"/>
          <ac:cxnSpMkLst>
            <pc:docMk/>
            <pc:sldMk cId="3179833211" sldId="267"/>
            <ac:cxnSpMk id="20" creationId="{65409EC7-69B1-45CC-8FB7-1964C1AB6720}"/>
          </ac:cxnSpMkLst>
        </pc:cxnChg>
        <pc:cxnChg chg="add del">
          <ac:chgData name="Sude Yılmaz" userId="9fe943f1-afa7-4ade-ae50-7efb6dc7d5a3" providerId="ADAL" clId="{D002B4D2-25AC-4B0A-8BD0-D99F88F888C8}" dt="2026-06-08T21:44:16.043" v="2148" actId="26606"/>
          <ac:cxnSpMkLst>
            <pc:docMk/>
            <pc:sldMk cId="3179833211" sldId="267"/>
            <ac:cxnSpMk id="24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21:44:16.043" v="2148" actId="26606"/>
          <ac:cxnSpMkLst>
            <pc:docMk/>
            <pc:sldMk cId="3179833211" sldId="267"/>
            <ac:cxnSpMk id="25" creationId="{4977F1E1-2B6F-4BB6-899F-67D8764D83C5}"/>
          </ac:cxnSpMkLst>
        </pc:cxnChg>
        <pc:cxnChg chg="add del">
          <ac:chgData name="Sude Yılmaz" userId="9fe943f1-afa7-4ade-ae50-7efb6dc7d5a3" providerId="ADAL" clId="{D002B4D2-25AC-4B0A-8BD0-D99F88F888C8}" dt="2026-06-08T21:44:16.043" v="2148" actId="26606"/>
          <ac:cxnSpMkLst>
            <pc:docMk/>
            <pc:sldMk cId="3179833211" sldId="267"/>
            <ac:cxnSpMk id="27" creationId="{580B8A35-DEA7-4D43-9DF8-90B4681D0FAD}"/>
          </ac:cxnSpMkLst>
        </pc:cxnChg>
        <pc:cxnChg chg="add">
          <ac:chgData name="Sude Yılmaz" userId="9fe943f1-afa7-4ade-ae50-7efb6dc7d5a3" providerId="ADAL" clId="{D002B4D2-25AC-4B0A-8BD0-D99F88F888C8}" dt="2026-06-08T21:44:16.075" v="2149" actId="26606"/>
          <ac:cxnSpMkLst>
            <pc:docMk/>
            <pc:sldMk cId="3179833211" sldId="267"/>
            <ac:cxnSpMk id="33" creationId="{4977F1E1-2B6F-4BB6-899F-67D8764D83C5}"/>
          </ac:cxnSpMkLst>
        </pc:cxnChg>
      </pc:sldChg>
      <pc:sldChg chg="addSp delSp modSp mod setBg setClrOvrMap delDesignElem">
        <pc:chgData name="Sude Yılmaz" userId="9fe943f1-afa7-4ade-ae50-7efb6dc7d5a3" providerId="ADAL" clId="{D002B4D2-25AC-4B0A-8BD0-D99F88F888C8}" dt="2026-06-08T19:15:58.952" v="877"/>
        <pc:sldMkLst>
          <pc:docMk/>
          <pc:sldMk cId="3019627190" sldId="268"/>
        </pc:sldMkLst>
        <pc:spChg chg="del mod">
          <ac:chgData name="Sude Yılmaz" userId="9fe943f1-afa7-4ade-ae50-7efb6dc7d5a3" providerId="ADAL" clId="{D002B4D2-25AC-4B0A-8BD0-D99F88F888C8}" dt="2026-06-08T13:03:16.826" v="441" actId="478"/>
          <ac:spMkLst>
            <pc:docMk/>
            <pc:sldMk cId="3019627190" sldId="268"/>
            <ac:spMk id="2" creationId="{0EA25782-BD92-45C9-A8FE-5E3488DF3DA3}"/>
          </ac:spMkLst>
        </pc:spChg>
        <pc:spChg chg="add del mod">
          <ac:chgData name="Sude Yılmaz" userId="9fe943f1-afa7-4ade-ae50-7efb6dc7d5a3" providerId="ADAL" clId="{D002B4D2-25AC-4B0A-8BD0-D99F88F888C8}" dt="2026-06-08T13:03:18.963" v="442" actId="478"/>
          <ac:spMkLst>
            <pc:docMk/>
            <pc:sldMk cId="3019627190" sldId="268"/>
            <ac:spMk id="4" creationId="{66412AAE-C9B4-C919-A02F-DC85B108C7EF}"/>
          </ac:spMkLst>
        </pc:spChg>
        <pc:spChg chg="add del mod ord">
          <ac:chgData name="Sude Yılmaz" userId="9fe943f1-afa7-4ade-ae50-7efb6dc7d5a3" providerId="ADAL" clId="{D002B4D2-25AC-4B0A-8BD0-D99F88F888C8}" dt="2026-06-08T14:02:38.588" v="565" actId="26606"/>
          <ac:spMkLst>
            <pc:docMk/>
            <pc:sldMk cId="3019627190" sldId="268"/>
            <ac:spMk id="6" creationId="{D2EB8CB8-5371-D2A8-C13C-241F8D324769}"/>
          </ac:spMkLst>
        </pc:spChg>
        <pc:spChg chg="add del mod">
          <ac:chgData name="Sude Yılmaz" userId="9fe943f1-afa7-4ade-ae50-7efb6dc7d5a3" providerId="ADAL" clId="{D002B4D2-25AC-4B0A-8BD0-D99F88F888C8}" dt="2026-06-08T13:06:12.622" v="448"/>
          <ac:spMkLst>
            <pc:docMk/>
            <pc:sldMk cId="3019627190" sldId="268"/>
            <ac:spMk id="7" creationId="{30FFE183-F203-DDF8-4B4E-211995F0F604}"/>
          </ac:spMkLst>
        </pc:spChg>
        <pc:spChg chg="add del mod">
          <ac:chgData name="Sude Yılmaz" userId="9fe943f1-afa7-4ade-ae50-7efb6dc7d5a3" providerId="ADAL" clId="{D002B4D2-25AC-4B0A-8BD0-D99F88F888C8}" dt="2026-06-08T13:06:12.614" v="446" actId="21"/>
          <ac:spMkLst>
            <pc:docMk/>
            <pc:sldMk cId="3019627190" sldId="268"/>
            <ac:spMk id="9" creationId="{21E7EF76-D77B-6E3C-BD48-F3BB543F6662}"/>
          </ac:spMkLst>
        </pc:spChg>
        <pc:spChg chg="add mod ord">
          <ac:chgData name="Sude Yılmaz" userId="9fe943f1-afa7-4ade-ae50-7efb6dc7d5a3" providerId="ADAL" clId="{D002B4D2-25AC-4B0A-8BD0-D99F88F888C8}" dt="2026-06-08T14:04:51.404" v="600" actId="20577"/>
          <ac:spMkLst>
            <pc:docMk/>
            <pc:sldMk cId="3019627190" sldId="268"/>
            <ac:spMk id="10" creationId="{34FE83D9-7D2C-0C6F-E722-9AEE5DF6AC06}"/>
          </ac:spMkLst>
        </pc:spChg>
        <pc:spChg chg="add del mod">
          <ac:chgData name="Sude Yılmaz" userId="9fe943f1-afa7-4ade-ae50-7efb6dc7d5a3" providerId="ADAL" clId="{D002B4D2-25AC-4B0A-8BD0-D99F88F888C8}" dt="2026-06-08T14:00:43.874" v="529" actId="21"/>
          <ac:spMkLst>
            <pc:docMk/>
            <pc:sldMk cId="3019627190" sldId="268"/>
            <ac:spMk id="11" creationId="{3D950DC3-9430-14C0-8B3B-46C8BCFA5804}"/>
          </ac:spMkLst>
        </pc:spChg>
        <pc:spChg chg="add mod">
          <ac:chgData name="Sude Yılmaz" userId="9fe943f1-afa7-4ade-ae50-7efb6dc7d5a3" providerId="ADAL" clId="{D002B4D2-25AC-4B0A-8BD0-D99F88F888C8}" dt="2026-06-08T14:10:44.787" v="643" actId="571"/>
          <ac:spMkLst>
            <pc:docMk/>
            <pc:sldMk cId="3019627190" sldId="268"/>
            <ac:spMk id="19" creationId="{41B80EA1-F893-513F-AD07-822D9D25F1AF}"/>
          </ac:spMkLst>
        </pc:spChg>
        <pc:spChg chg="add del">
          <ac:chgData name="Sude Yılmaz" userId="9fe943f1-afa7-4ade-ae50-7efb6dc7d5a3" providerId="ADAL" clId="{D002B4D2-25AC-4B0A-8BD0-D99F88F888C8}" dt="2026-06-08T14:01:47.440" v="534" actId="26606"/>
          <ac:spMkLst>
            <pc:docMk/>
            <pc:sldMk cId="3019627190" sldId="268"/>
            <ac:spMk id="23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2:21.394" v="550" actId="26606"/>
          <ac:spMkLst>
            <pc:docMk/>
            <pc:sldMk cId="3019627190" sldId="268"/>
            <ac:spMk id="24" creationId="{0CABCAE3-64FC-4149-819F-2C1812824154}"/>
          </ac:spMkLst>
        </pc:spChg>
        <pc:spChg chg="add del">
          <ac:chgData name="Sude Yılmaz" userId="9fe943f1-afa7-4ade-ae50-7efb6dc7d5a3" providerId="ADAL" clId="{D002B4D2-25AC-4B0A-8BD0-D99F88F888C8}" dt="2026-06-08T14:01:47.440" v="534" actId="26606"/>
          <ac:spMkLst>
            <pc:docMk/>
            <pc:sldMk cId="3019627190" sldId="268"/>
            <ac:spMk id="31" creationId="{F2AF0D79-4A1A-4F27-B9F0-CF252C4AC91C}"/>
          </ac:spMkLst>
        </pc:spChg>
        <pc:spChg chg="add del">
          <ac:chgData name="Sude Yılmaz" userId="9fe943f1-afa7-4ade-ae50-7efb6dc7d5a3" providerId="ADAL" clId="{D002B4D2-25AC-4B0A-8BD0-D99F88F888C8}" dt="2026-06-08T14:02:21.394" v="550" actId="26606"/>
          <ac:spMkLst>
            <pc:docMk/>
            <pc:sldMk cId="3019627190" sldId="268"/>
            <ac:spMk id="32" creationId="{1C2A4B30-77D7-4FFB-8B53-A88BD68CABD2}"/>
          </ac:spMkLst>
        </pc:spChg>
        <pc:spChg chg="add del">
          <ac:chgData name="Sude Yılmaz" userId="9fe943f1-afa7-4ade-ae50-7efb6dc7d5a3" providerId="ADAL" clId="{D002B4D2-25AC-4B0A-8BD0-D99F88F888C8}" dt="2026-06-08T14:01:48.724" v="536" actId="26606"/>
          <ac:spMkLst>
            <pc:docMk/>
            <pc:sldMk cId="3019627190" sldId="268"/>
            <ac:spMk id="35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1:48.724" v="536" actId="26606"/>
          <ac:spMkLst>
            <pc:docMk/>
            <pc:sldMk cId="3019627190" sldId="268"/>
            <ac:spMk id="39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4:01:50.389" v="538" actId="26606"/>
          <ac:spMkLst>
            <pc:docMk/>
            <pc:sldMk cId="3019627190" sldId="268"/>
            <ac:spMk id="42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1:50.389" v="538" actId="26606"/>
          <ac:spMkLst>
            <pc:docMk/>
            <pc:sldMk cId="3019627190" sldId="268"/>
            <ac:spMk id="47" creationId="{10419CA0-BFB4-4390-AB8F-5DBFCA45D4D0}"/>
          </ac:spMkLst>
        </pc:spChg>
        <pc:spChg chg="add del">
          <ac:chgData name="Sude Yılmaz" userId="9fe943f1-afa7-4ade-ae50-7efb6dc7d5a3" providerId="ADAL" clId="{D002B4D2-25AC-4B0A-8BD0-D99F88F888C8}" dt="2026-06-08T14:01:50.389" v="538" actId="26606"/>
          <ac:spMkLst>
            <pc:docMk/>
            <pc:sldMk cId="3019627190" sldId="268"/>
            <ac:spMk id="49" creationId="{596E9C81-ACBE-459E-A7D5-2BB824B68FDA}"/>
          </ac:spMkLst>
        </pc:spChg>
        <pc:spChg chg="add del">
          <ac:chgData name="Sude Yılmaz" userId="9fe943f1-afa7-4ade-ae50-7efb6dc7d5a3" providerId="ADAL" clId="{D002B4D2-25AC-4B0A-8BD0-D99F88F888C8}" dt="2026-06-08T14:02:21.394" v="550" actId="26606"/>
          <ac:spMkLst>
            <pc:docMk/>
            <pc:sldMk cId="3019627190" sldId="268"/>
            <ac:spMk id="51" creationId="{01E4D783-AD45-49E7-B6C7-BBACB8290688}"/>
          </ac:spMkLst>
        </pc:spChg>
        <pc:spChg chg="add del">
          <ac:chgData name="Sude Yılmaz" userId="9fe943f1-afa7-4ade-ae50-7efb6dc7d5a3" providerId="ADAL" clId="{D002B4D2-25AC-4B0A-8BD0-D99F88F888C8}" dt="2026-06-08T14:02:21.394" v="550" actId="26606"/>
          <ac:spMkLst>
            <pc:docMk/>
            <pc:sldMk cId="3019627190" sldId="268"/>
            <ac:spMk id="52" creationId="{D2EB8CB8-5371-D2A8-C13C-241F8D324769}"/>
          </ac:spMkLst>
        </pc:spChg>
        <pc:spChg chg="add del">
          <ac:chgData name="Sude Yılmaz" userId="9fe943f1-afa7-4ade-ae50-7efb6dc7d5a3" providerId="ADAL" clId="{D002B4D2-25AC-4B0A-8BD0-D99F88F888C8}" dt="2026-06-08T14:01:54.034" v="540" actId="26606"/>
          <ac:spMkLst>
            <pc:docMk/>
            <pc:sldMk cId="3019627190" sldId="268"/>
            <ac:spMk id="54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1:54.034" v="540" actId="26606"/>
          <ac:spMkLst>
            <pc:docMk/>
            <pc:sldMk cId="3019627190" sldId="268"/>
            <ac:spMk id="58" creationId="{C6870151-9189-4C3A-8379-EF3D95827A0A}"/>
          </ac:spMkLst>
        </pc:spChg>
        <pc:spChg chg="add del">
          <ac:chgData name="Sude Yılmaz" userId="9fe943f1-afa7-4ade-ae50-7efb6dc7d5a3" providerId="ADAL" clId="{D002B4D2-25AC-4B0A-8BD0-D99F88F888C8}" dt="2026-06-08T14:01:54.034" v="540" actId="26606"/>
          <ac:spMkLst>
            <pc:docMk/>
            <pc:sldMk cId="3019627190" sldId="268"/>
            <ac:spMk id="59" creationId="{123EA69C-102A-4DD0-9547-05DCD271D159}"/>
          </ac:spMkLst>
        </pc:spChg>
        <pc:spChg chg="add del">
          <ac:chgData name="Sude Yılmaz" userId="9fe943f1-afa7-4ade-ae50-7efb6dc7d5a3" providerId="ADAL" clId="{D002B4D2-25AC-4B0A-8BD0-D99F88F888C8}" dt="2026-06-08T14:01:54.034" v="540" actId="26606"/>
          <ac:spMkLst>
            <pc:docMk/>
            <pc:sldMk cId="3019627190" sldId="268"/>
            <ac:spMk id="60" creationId="{6A862265-5CA3-4C40-8582-7534C3B03C2A}"/>
          </ac:spMkLst>
        </pc:spChg>
        <pc:spChg chg="add del">
          <ac:chgData name="Sude Yılmaz" userId="9fe943f1-afa7-4ade-ae50-7efb6dc7d5a3" providerId="ADAL" clId="{D002B4D2-25AC-4B0A-8BD0-D99F88F888C8}" dt="2026-06-08T14:01:54.034" v="540" actId="26606"/>
          <ac:spMkLst>
            <pc:docMk/>
            <pc:sldMk cId="3019627190" sldId="268"/>
            <ac:spMk id="61" creationId="{600EF80B-0391-4082-9AF5-F15B091B4CE9}"/>
          </ac:spMkLst>
        </pc:spChg>
        <pc:spChg chg="add del">
          <ac:chgData name="Sude Yılmaz" userId="9fe943f1-afa7-4ade-ae50-7efb6dc7d5a3" providerId="ADAL" clId="{D002B4D2-25AC-4B0A-8BD0-D99F88F888C8}" dt="2026-06-08T14:01:54.034" v="540" actId="26606"/>
          <ac:spMkLst>
            <pc:docMk/>
            <pc:sldMk cId="3019627190" sldId="268"/>
            <ac:spMk id="63" creationId="{3FBF03E8-C602-4192-9C52-F84B29FDCC88}"/>
          </ac:spMkLst>
        </pc:spChg>
        <pc:spChg chg="add del">
          <ac:chgData name="Sude Yılmaz" userId="9fe943f1-afa7-4ade-ae50-7efb6dc7d5a3" providerId="ADAL" clId="{D002B4D2-25AC-4B0A-8BD0-D99F88F888C8}" dt="2026-06-08T14:02:22.736" v="552" actId="26606"/>
          <ac:spMkLst>
            <pc:docMk/>
            <pc:sldMk cId="3019627190" sldId="268"/>
            <ac:spMk id="64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1:55.181" v="542" actId="26606"/>
          <ac:spMkLst>
            <pc:docMk/>
            <pc:sldMk cId="3019627190" sldId="268"/>
            <ac:spMk id="65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1:55.181" v="542" actId="26606"/>
          <ac:spMkLst>
            <pc:docMk/>
            <pc:sldMk cId="3019627190" sldId="268"/>
            <ac:spMk id="69" creationId="{C6870151-9189-4C3A-8379-EF3D95827A0A}"/>
          </ac:spMkLst>
        </pc:spChg>
        <pc:spChg chg="add del">
          <ac:chgData name="Sude Yılmaz" userId="9fe943f1-afa7-4ade-ae50-7efb6dc7d5a3" providerId="ADAL" clId="{D002B4D2-25AC-4B0A-8BD0-D99F88F888C8}" dt="2026-06-08T14:01:55.181" v="542" actId="26606"/>
          <ac:spMkLst>
            <pc:docMk/>
            <pc:sldMk cId="3019627190" sldId="268"/>
            <ac:spMk id="70" creationId="{123EA69C-102A-4DD0-9547-05DCD271D159}"/>
          </ac:spMkLst>
        </pc:spChg>
        <pc:spChg chg="add del">
          <ac:chgData name="Sude Yılmaz" userId="9fe943f1-afa7-4ade-ae50-7efb6dc7d5a3" providerId="ADAL" clId="{D002B4D2-25AC-4B0A-8BD0-D99F88F888C8}" dt="2026-06-08T14:01:55.181" v="542" actId="26606"/>
          <ac:spMkLst>
            <pc:docMk/>
            <pc:sldMk cId="3019627190" sldId="268"/>
            <ac:spMk id="71" creationId="{6A862265-5CA3-4C40-8582-7534C3B03C2A}"/>
          </ac:spMkLst>
        </pc:spChg>
        <pc:spChg chg="add del">
          <ac:chgData name="Sude Yılmaz" userId="9fe943f1-afa7-4ade-ae50-7efb6dc7d5a3" providerId="ADAL" clId="{D002B4D2-25AC-4B0A-8BD0-D99F88F888C8}" dt="2026-06-08T14:01:55.181" v="542" actId="26606"/>
          <ac:spMkLst>
            <pc:docMk/>
            <pc:sldMk cId="3019627190" sldId="268"/>
            <ac:spMk id="72" creationId="{600EF80B-0391-4082-9AF5-F15B091B4CE9}"/>
          </ac:spMkLst>
        </pc:spChg>
        <pc:spChg chg="add del">
          <ac:chgData name="Sude Yılmaz" userId="9fe943f1-afa7-4ade-ae50-7efb6dc7d5a3" providerId="ADAL" clId="{D002B4D2-25AC-4B0A-8BD0-D99F88F888C8}" dt="2026-06-08T14:01:55.181" v="542" actId="26606"/>
          <ac:spMkLst>
            <pc:docMk/>
            <pc:sldMk cId="3019627190" sldId="268"/>
            <ac:spMk id="74" creationId="{3FBF03E8-C602-4192-9C52-F84B29FDCC88}"/>
          </ac:spMkLst>
        </pc:spChg>
        <pc:spChg chg="add del">
          <ac:chgData name="Sude Yılmaz" userId="9fe943f1-afa7-4ade-ae50-7efb6dc7d5a3" providerId="ADAL" clId="{D002B4D2-25AC-4B0A-8BD0-D99F88F888C8}" dt="2026-06-08T14:01:58.361" v="544" actId="26606"/>
          <ac:spMkLst>
            <pc:docMk/>
            <pc:sldMk cId="3019627190" sldId="268"/>
            <ac:spMk id="76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1:58.361" v="544" actId="26606"/>
          <ac:spMkLst>
            <pc:docMk/>
            <pc:sldMk cId="3019627190" sldId="268"/>
            <ac:spMk id="80" creationId="{021A4066-B261-49FE-952E-A0FE3EE75CD2}"/>
          </ac:spMkLst>
        </pc:spChg>
        <pc:spChg chg="add del">
          <ac:chgData name="Sude Yılmaz" userId="9fe943f1-afa7-4ade-ae50-7efb6dc7d5a3" providerId="ADAL" clId="{D002B4D2-25AC-4B0A-8BD0-D99F88F888C8}" dt="2026-06-08T14:01:58.361" v="544" actId="26606"/>
          <ac:spMkLst>
            <pc:docMk/>
            <pc:sldMk cId="3019627190" sldId="268"/>
            <ac:spMk id="82" creationId="{81958111-BC13-4D45-AB27-0C2C83F9BA64}"/>
          </ac:spMkLst>
        </pc:spChg>
        <pc:spChg chg="add del">
          <ac:chgData name="Sude Yılmaz" userId="9fe943f1-afa7-4ade-ae50-7efb6dc7d5a3" providerId="ADAL" clId="{D002B4D2-25AC-4B0A-8BD0-D99F88F888C8}" dt="2026-06-08T14:02:22.736" v="552" actId="26606"/>
          <ac:spMkLst>
            <pc:docMk/>
            <pc:sldMk cId="3019627190" sldId="268"/>
            <ac:spMk id="88" creationId="{C6870151-9189-4C3A-8379-EF3D95827A0A}"/>
          </ac:spMkLst>
        </pc:spChg>
        <pc:spChg chg="add del">
          <ac:chgData name="Sude Yılmaz" userId="9fe943f1-afa7-4ade-ae50-7efb6dc7d5a3" providerId="ADAL" clId="{D002B4D2-25AC-4B0A-8BD0-D99F88F888C8}" dt="2026-06-08T14:02:22.736" v="552" actId="26606"/>
          <ac:spMkLst>
            <pc:docMk/>
            <pc:sldMk cId="3019627190" sldId="268"/>
            <ac:spMk id="89" creationId="{123EA69C-102A-4DD0-9547-05DCD271D159}"/>
          </ac:spMkLst>
        </pc:spChg>
        <pc:spChg chg="add del">
          <ac:chgData name="Sude Yılmaz" userId="9fe943f1-afa7-4ade-ae50-7efb6dc7d5a3" providerId="ADAL" clId="{D002B4D2-25AC-4B0A-8BD0-D99F88F888C8}" dt="2026-06-08T14:02:22.736" v="552" actId="26606"/>
          <ac:spMkLst>
            <pc:docMk/>
            <pc:sldMk cId="3019627190" sldId="268"/>
            <ac:spMk id="90" creationId="{6A862265-5CA3-4C40-8582-7534C3B03C2A}"/>
          </ac:spMkLst>
        </pc:spChg>
        <pc:spChg chg="add del">
          <ac:chgData name="Sude Yılmaz" userId="9fe943f1-afa7-4ade-ae50-7efb6dc7d5a3" providerId="ADAL" clId="{D002B4D2-25AC-4B0A-8BD0-D99F88F888C8}" dt="2026-06-08T14:02:22.736" v="552" actId="26606"/>
          <ac:spMkLst>
            <pc:docMk/>
            <pc:sldMk cId="3019627190" sldId="268"/>
            <ac:spMk id="91" creationId="{600EF80B-0391-4082-9AF5-F15B091B4CE9}"/>
          </ac:spMkLst>
        </pc:spChg>
        <pc:spChg chg="add del">
          <ac:chgData name="Sude Yılmaz" userId="9fe943f1-afa7-4ade-ae50-7efb6dc7d5a3" providerId="ADAL" clId="{D002B4D2-25AC-4B0A-8BD0-D99F88F888C8}" dt="2026-06-08T14:02:22.736" v="552" actId="26606"/>
          <ac:spMkLst>
            <pc:docMk/>
            <pc:sldMk cId="3019627190" sldId="268"/>
            <ac:spMk id="93" creationId="{D2EB8CB8-5371-D2A8-C13C-241F8D324769}"/>
          </ac:spMkLst>
        </pc:spChg>
        <pc:spChg chg="add del">
          <ac:chgData name="Sude Yılmaz" userId="9fe943f1-afa7-4ade-ae50-7efb6dc7d5a3" providerId="ADAL" clId="{D002B4D2-25AC-4B0A-8BD0-D99F88F888C8}" dt="2026-06-08T14:02:22.736" v="552" actId="26606"/>
          <ac:spMkLst>
            <pc:docMk/>
            <pc:sldMk cId="3019627190" sldId="268"/>
            <ac:spMk id="94" creationId="{3FBF03E8-C602-4192-9C52-F84B29FDCC88}"/>
          </ac:spMkLst>
        </pc:spChg>
        <pc:spChg chg="add del">
          <ac:chgData name="Sude Yılmaz" userId="9fe943f1-afa7-4ade-ae50-7efb6dc7d5a3" providerId="ADAL" clId="{D002B4D2-25AC-4B0A-8BD0-D99F88F888C8}" dt="2026-06-08T14:02:24.558" v="554" actId="26606"/>
          <ac:spMkLst>
            <pc:docMk/>
            <pc:sldMk cId="3019627190" sldId="268"/>
            <ac:spMk id="96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2:24.558" v="554" actId="26606"/>
          <ac:spMkLst>
            <pc:docMk/>
            <pc:sldMk cId="3019627190" sldId="268"/>
            <ac:spMk id="100" creationId="{C6870151-9189-4C3A-8379-EF3D95827A0A}"/>
          </ac:spMkLst>
        </pc:spChg>
        <pc:spChg chg="add del">
          <ac:chgData name="Sude Yılmaz" userId="9fe943f1-afa7-4ade-ae50-7efb6dc7d5a3" providerId="ADAL" clId="{D002B4D2-25AC-4B0A-8BD0-D99F88F888C8}" dt="2026-06-08T14:02:24.558" v="554" actId="26606"/>
          <ac:spMkLst>
            <pc:docMk/>
            <pc:sldMk cId="3019627190" sldId="268"/>
            <ac:spMk id="101" creationId="{123EA69C-102A-4DD0-9547-05DCD271D159}"/>
          </ac:spMkLst>
        </pc:spChg>
        <pc:spChg chg="add del">
          <ac:chgData name="Sude Yılmaz" userId="9fe943f1-afa7-4ade-ae50-7efb6dc7d5a3" providerId="ADAL" clId="{D002B4D2-25AC-4B0A-8BD0-D99F88F888C8}" dt="2026-06-08T14:02:24.558" v="554" actId="26606"/>
          <ac:spMkLst>
            <pc:docMk/>
            <pc:sldMk cId="3019627190" sldId="268"/>
            <ac:spMk id="102" creationId="{6A862265-5CA3-4C40-8582-7534C3B03C2A}"/>
          </ac:spMkLst>
        </pc:spChg>
        <pc:spChg chg="add del">
          <ac:chgData name="Sude Yılmaz" userId="9fe943f1-afa7-4ade-ae50-7efb6dc7d5a3" providerId="ADAL" clId="{D002B4D2-25AC-4B0A-8BD0-D99F88F888C8}" dt="2026-06-08T14:02:24.558" v="554" actId="26606"/>
          <ac:spMkLst>
            <pc:docMk/>
            <pc:sldMk cId="3019627190" sldId="268"/>
            <ac:spMk id="103" creationId="{600EF80B-0391-4082-9AF5-F15B091B4CE9}"/>
          </ac:spMkLst>
        </pc:spChg>
        <pc:spChg chg="add del">
          <ac:chgData name="Sude Yılmaz" userId="9fe943f1-afa7-4ade-ae50-7efb6dc7d5a3" providerId="ADAL" clId="{D002B4D2-25AC-4B0A-8BD0-D99F88F888C8}" dt="2026-06-08T14:02:24.558" v="554" actId="26606"/>
          <ac:spMkLst>
            <pc:docMk/>
            <pc:sldMk cId="3019627190" sldId="268"/>
            <ac:spMk id="105" creationId="{D2EB8CB8-5371-D2A8-C13C-241F8D324769}"/>
          </ac:spMkLst>
        </pc:spChg>
        <pc:spChg chg="add del">
          <ac:chgData name="Sude Yılmaz" userId="9fe943f1-afa7-4ade-ae50-7efb6dc7d5a3" providerId="ADAL" clId="{D002B4D2-25AC-4B0A-8BD0-D99F88F888C8}" dt="2026-06-08T14:02:24.558" v="554" actId="26606"/>
          <ac:spMkLst>
            <pc:docMk/>
            <pc:sldMk cId="3019627190" sldId="268"/>
            <ac:spMk id="106" creationId="{3FBF03E8-C602-4192-9C52-F84B29FDCC88}"/>
          </ac:spMkLst>
        </pc:spChg>
        <pc:spChg chg="add del">
          <ac:chgData name="Sude Yılmaz" userId="9fe943f1-afa7-4ade-ae50-7efb6dc7d5a3" providerId="ADAL" clId="{D002B4D2-25AC-4B0A-8BD0-D99F88F888C8}" dt="2026-06-08T14:02:26.154" v="556" actId="26606"/>
          <ac:spMkLst>
            <pc:docMk/>
            <pc:sldMk cId="3019627190" sldId="268"/>
            <ac:spMk id="108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2:26.154" v="556" actId="26606"/>
          <ac:spMkLst>
            <pc:docMk/>
            <pc:sldMk cId="3019627190" sldId="268"/>
            <ac:spMk id="112" creationId="{F2AF0D79-4A1A-4F27-B9F0-CF252C4AC91C}"/>
          </ac:spMkLst>
        </pc:spChg>
        <pc:spChg chg="add del">
          <ac:chgData name="Sude Yılmaz" userId="9fe943f1-afa7-4ade-ae50-7efb6dc7d5a3" providerId="ADAL" clId="{D002B4D2-25AC-4B0A-8BD0-D99F88F888C8}" dt="2026-06-08T14:02:26.154" v="556" actId="26606"/>
          <ac:spMkLst>
            <pc:docMk/>
            <pc:sldMk cId="3019627190" sldId="268"/>
            <ac:spMk id="114" creationId="{D2EB8CB8-5371-D2A8-C13C-241F8D324769}"/>
          </ac:spMkLst>
        </pc:spChg>
        <pc:spChg chg="add del">
          <ac:chgData name="Sude Yılmaz" userId="9fe943f1-afa7-4ade-ae50-7efb6dc7d5a3" providerId="ADAL" clId="{D002B4D2-25AC-4B0A-8BD0-D99F88F888C8}" dt="2026-06-08T14:02:31.601" v="558" actId="26606"/>
          <ac:spMkLst>
            <pc:docMk/>
            <pc:sldMk cId="3019627190" sldId="268"/>
            <ac:spMk id="116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2:31.601" v="558" actId="26606"/>
          <ac:spMkLst>
            <pc:docMk/>
            <pc:sldMk cId="3019627190" sldId="268"/>
            <ac:spMk id="120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4:02:31.601" v="558" actId="26606"/>
          <ac:spMkLst>
            <pc:docMk/>
            <pc:sldMk cId="3019627190" sldId="268"/>
            <ac:spMk id="122" creationId="{D2EB8CB8-5371-D2A8-C13C-241F8D324769}"/>
          </ac:spMkLst>
        </pc:spChg>
        <pc:spChg chg="add del">
          <ac:chgData name="Sude Yılmaz" userId="9fe943f1-afa7-4ade-ae50-7efb6dc7d5a3" providerId="ADAL" clId="{D002B4D2-25AC-4B0A-8BD0-D99F88F888C8}" dt="2026-06-08T14:02:33.250" v="560" actId="26606"/>
          <ac:spMkLst>
            <pc:docMk/>
            <pc:sldMk cId="3019627190" sldId="268"/>
            <ac:spMk id="124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2:33.250" v="560" actId="26606"/>
          <ac:spMkLst>
            <pc:docMk/>
            <pc:sldMk cId="3019627190" sldId="268"/>
            <ac:spMk id="128" creationId="{F2AF0D79-4A1A-4F27-B9F0-CF252C4AC91C}"/>
          </ac:spMkLst>
        </pc:spChg>
        <pc:spChg chg="add del">
          <ac:chgData name="Sude Yılmaz" userId="9fe943f1-afa7-4ade-ae50-7efb6dc7d5a3" providerId="ADAL" clId="{D002B4D2-25AC-4B0A-8BD0-D99F88F888C8}" dt="2026-06-08T14:02:33.250" v="560" actId="26606"/>
          <ac:spMkLst>
            <pc:docMk/>
            <pc:sldMk cId="3019627190" sldId="268"/>
            <ac:spMk id="130" creationId="{D2EB8CB8-5371-D2A8-C13C-241F8D324769}"/>
          </ac:spMkLst>
        </pc:spChg>
        <pc:spChg chg="add del">
          <ac:chgData name="Sude Yılmaz" userId="9fe943f1-afa7-4ade-ae50-7efb6dc7d5a3" providerId="ADAL" clId="{D002B4D2-25AC-4B0A-8BD0-D99F88F888C8}" dt="2026-06-08T14:02:36.851" v="562" actId="26606"/>
          <ac:spMkLst>
            <pc:docMk/>
            <pc:sldMk cId="3019627190" sldId="268"/>
            <ac:spMk id="132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2:36.851" v="562" actId="26606"/>
          <ac:spMkLst>
            <pc:docMk/>
            <pc:sldMk cId="3019627190" sldId="268"/>
            <ac:spMk id="136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4:02:36.851" v="562" actId="26606"/>
          <ac:spMkLst>
            <pc:docMk/>
            <pc:sldMk cId="3019627190" sldId="268"/>
            <ac:spMk id="138" creationId="{D2EB8CB8-5371-D2A8-C13C-241F8D324769}"/>
          </ac:spMkLst>
        </pc:spChg>
        <pc:spChg chg="add del">
          <ac:chgData name="Sude Yılmaz" userId="9fe943f1-afa7-4ade-ae50-7efb6dc7d5a3" providerId="ADAL" clId="{D002B4D2-25AC-4B0A-8BD0-D99F88F888C8}" dt="2026-06-08T14:02:38.568" v="564" actId="26606"/>
          <ac:spMkLst>
            <pc:docMk/>
            <pc:sldMk cId="3019627190" sldId="268"/>
            <ac:spMk id="140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2:38.568" v="564" actId="26606"/>
          <ac:spMkLst>
            <pc:docMk/>
            <pc:sldMk cId="3019627190" sldId="268"/>
            <ac:spMk id="144" creationId="{F2AF0D79-4A1A-4F27-B9F0-CF252C4AC91C}"/>
          </ac:spMkLst>
        </pc:spChg>
        <pc:spChg chg="add del">
          <ac:chgData name="Sude Yılmaz" userId="9fe943f1-afa7-4ade-ae50-7efb6dc7d5a3" providerId="ADAL" clId="{D002B4D2-25AC-4B0A-8BD0-D99F88F888C8}" dt="2026-06-08T14:02:38.568" v="564" actId="26606"/>
          <ac:spMkLst>
            <pc:docMk/>
            <pc:sldMk cId="3019627190" sldId="268"/>
            <ac:spMk id="146" creationId="{D2EB8CB8-5371-D2A8-C13C-241F8D324769}"/>
          </ac:spMkLst>
        </pc:spChg>
        <pc:spChg chg="add del">
          <ac:chgData name="Sude Yılmaz" userId="9fe943f1-afa7-4ade-ae50-7efb6dc7d5a3" providerId="ADAL" clId="{D002B4D2-25AC-4B0A-8BD0-D99F88F888C8}" dt="2026-06-08T14:03:31.922" v="575" actId="26606"/>
          <ac:spMkLst>
            <pc:docMk/>
            <pc:sldMk cId="3019627190" sldId="268"/>
            <ac:spMk id="148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4:03:31.922" v="575" actId="26606"/>
          <ac:spMkLst>
            <pc:docMk/>
            <pc:sldMk cId="3019627190" sldId="268"/>
            <ac:spMk id="152" creationId="{368B8211-0B9F-4516-8771-3316E00DB965}"/>
          </ac:spMkLst>
        </pc:spChg>
        <pc:spChg chg="add mod">
          <ac:chgData name="Sude Yılmaz" userId="9fe943f1-afa7-4ade-ae50-7efb6dc7d5a3" providerId="ADAL" clId="{D002B4D2-25AC-4B0A-8BD0-D99F88F888C8}" dt="2026-06-08T18:25:35.937" v="864" actId="20577"/>
          <ac:spMkLst>
            <pc:docMk/>
            <pc:sldMk cId="3019627190" sldId="268"/>
            <ac:spMk id="154" creationId="{D2EB8CB8-5371-D2A8-C13C-241F8D324769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3019627190" sldId="268"/>
            <ac:spMk id="159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3019627190" sldId="268"/>
            <ac:spMk id="167" creationId="{C6870151-9189-4C3A-8379-EF3D95827A0A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3019627190" sldId="268"/>
            <ac:spMk id="169" creationId="{123EA69C-102A-4DD0-9547-05DCD271D159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3019627190" sldId="268"/>
            <ac:spMk id="171" creationId="{6A862265-5CA3-4C40-8582-7534C3B03C2A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3019627190" sldId="268"/>
            <ac:spMk id="173" creationId="{600EF80B-0391-4082-9AF5-F15B091B4CE9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3019627190" sldId="268"/>
            <ac:spMk id="177" creationId="{3FBF03E8-C602-4192-9C52-F84B29FDCC88}"/>
          </ac:spMkLst>
        </pc:spChg>
        <pc:grpChg chg="add del">
          <ac:chgData name="Sude Yılmaz" userId="9fe943f1-afa7-4ade-ae50-7efb6dc7d5a3" providerId="ADAL" clId="{D002B4D2-25AC-4B0A-8BD0-D99F88F888C8}" dt="2026-06-08T14:01:50.389" v="538" actId="26606"/>
          <ac:grpSpMkLst>
            <pc:docMk/>
            <pc:sldMk cId="3019627190" sldId="268"/>
            <ac:grpSpMk id="50" creationId="{CEBDCB18-ABE5-43B0-8B68-89FEDAECB8B0}"/>
          </ac:grpSpMkLst>
        </pc:grpChg>
        <pc:grpChg chg="add del">
          <ac:chgData name="Sude Yılmaz" userId="9fe943f1-afa7-4ade-ae50-7efb6dc7d5a3" providerId="ADAL" clId="{D002B4D2-25AC-4B0A-8BD0-D99F88F888C8}" dt="2026-06-08T14:01:58.361" v="544" actId="26606"/>
          <ac:grpSpMkLst>
            <pc:docMk/>
            <pc:sldMk cId="3019627190" sldId="268"/>
            <ac:grpSpMk id="83" creationId="{82188758-E18A-4CE5-9D03-F4BF5D887C3F}"/>
          </ac:grpSpMkLst>
        </pc:grpChg>
        <pc:graphicFrameChg chg="del">
          <ac:chgData name="Sude Yılmaz" userId="9fe943f1-afa7-4ade-ae50-7efb6dc7d5a3" providerId="ADAL" clId="{D002B4D2-25AC-4B0A-8BD0-D99F88F888C8}" dt="2026-06-08T13:03:20.405" v="443" actId="478"/>
          <ac:graphicFrameMkLst>
            <pc:docMk/>
            <pc:sldMk cId="3019627190" sldId="268"/>
            <ac:graphicFrameMk id="16" creationId="{FEA7B78A-50D7-496B-9036-6921CE791D9E}"/>
          </ac:graphicFrameMkLst>
        </pc:graphicFrameChg>
        <pc:graphicFrameChg chg="add del">
          <ac:chgData name="Sude Yılmaz" userId="9fe943f1-afa7-4ade-ae50-7efb6dc7d5a3" providerId="ADAL" clId="{D002B4D2-25AC-4B0A-8BD0-D99F88F888C8}" dt="2026-06-08T14:02:02.079" v="546" actId="26606"/>
          <ac:graphicFrameMkLst>
            <pc:docMk/>
            <pc:sldMk cId="3019627190" sldId="268"/>
            <ac:graphicFrameMk id="20" creationId="{D87BC280-B66C-D812-C8F2-7859FAD141ED}"/>
          </ac:graphicFrameMkLst>
        </pc:graphicFrameChg>
        <pc:graphicFrameChg chg="add del">
          <ac:chgData name="Sude Yılmaz" userId="9fe943f1-afa7-4ade-ae50-7efb6dc7d5a3" providerId="ADAL" clId="{D002B4D2-25AC-4B0A-8BD0-D99F88F888C8}" dt="2026-06-08T14:02:10.635" v="548" actId="26606"/>
          <ac:graphicFrameMkLst>
            <pc:docMk/>
            <pc:sldMk cId="3019627190" sldId="268"/>
            <ac:graphicFrameMk id="22" creationId="{BB5BB8BB-F15A-5B44-D55A-674F85965E13}"/>
          </ac:graphicFrameMkLst>
        </pc:graphicFrameChg>
        <pc:picChg chg="del">
          <ac:chgData name="Sude Yılmaz" userId="9fe943f1-afa7-4ade-ae50-7efb6dc7d5a3" providerId="ADAL" clId="{D002B4D2-25AC-4B0A-8BD0-D99F88F888C8}" dt="2026-06-08T13:03:07.140" v="433" actId="478"/>
          <ac:picMkLst>
            <pc:docMk/>
            <pc:sldMk cId="3019627190" sldId="268"/>
            <ac:picMk id="8" creationId="{AA8CCEA2-1D47-4C6E-8F1A-DF6776261677}"/>
          </ac:picMkLst>
        </pc:picChg>
        <pc:picChg chg="del">
          <ac:chgData name="Sude Yılmaz" userId="9fe943f1-afa7-4ade-ae50-7efb6dc7d5a3" providerId="ADAL" clId="{D002B4D2-25AC-4B0A-8BD0-D99F88F888C8}" dt="2026-06-08T13:03:08.642" v="434" actId="478"/>
          <ac:picMkLst>
            <pc:docMk/>
            <pc:sldMk cId="3019627190" sldId="268"/>
            <ac:picMk id="12" creationId="{7E0C2275-E98C-4736-910D-F21251053675}"/>
          </ac:picMkLst>
        </pc:picChg>
        <pc:picChg chg="add del mod">
          <ac:chgData name="Sude Yılmaz" userId="9fe943f1-afa7-4ade-ae50-7efb6dc7d5a3" providerId="ADAL" clId="{D002B4D2-25AC-4B0A-8BD0-D99F88F888C8}" dt="2026-06-08T14:00:31.573" v="526" actId="21"/>
          <ac:picMkLst>
            <pc:docMk/>
            <pc:sldMk cId="3019627190" sldId="268"/>
            <ac:picMk id="14" creationId="{06547FAC-2A57-979B-0DDE-7502FAD023B2}"/>
          </ac:picMkLst>
        </pc:picChg>
        <pc:picChg chg="del">
          <ac:chgData name="Sude Yılmaz" userId="9fe943f1-afa7-4ade-ae50-7efb6dc7d5a3" providerId="ADAL" clId="{D002B4D2-25AC-4B0A-8BD0-D99F88F888C8}" dt="2026-06-08T13:03:10.545" v="436" actId="478"/>
          <ac:picMkLst>
            <pc:docMk/>
            <pc:sldMk cId="3019627190" sldId="268"/>
            <ac:picMk id="15" creationId="{6B386570-4C5D-43DA-A96D-ACE5BF8D5D7E}"/>
          </ac:picMkLst>
        </pc:picChg>
        <pc:picChg chg="add mod">
          <ac:chgData name="Sude Yılmaz" userId="9fe943f1-afa7-4ade-ae50-7efb6dc7d5a3" providerId="ADAL" clId="{D002B4D2-25AC-4B0A-8BD0-D99F88F888C8}" dt="2026-06-08T14:05:59.646" v="603" actId="1076"/>
          <ac:picMkLst>
            <pc:docMk/>
            <pc:sldMk cId="3019627190" sldId="268"/>
            <ac:picMk id="18" creationId="{85024CF7-A929-46E3-EC80-ADDBEAEB8525}"/>
          </ac:picMkLst>
        </pc:picChg>
        <pc:picChg chg="add del">
          <ac:chgData name="Sude Yılmaz" userId="9fe943f1-afa7-4ade-ae50-7efb6dc7d5a3" providerId="ADAL" clId="{D002B4D2-25AC-4B0A-8BD0-D99F88F888C8}" dt="2026-06-08T14:01:47.440" v="534" actId="26606"/>
          <ac:picMkLst>
            <pc:docMk/>
            <pc:sldMk cId="3019627190" sldId="268"/>
            <ac:picMk id="25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4:02:21.394" v="550" actId="26606"/>
          <ac:picMkLst>
            <pc:docMk/>
            <pc:sldMk cId="3019627190" sldId="268"/>
            <ac:picMk id="26" creationId="{012FDCFE-9AD2-4D8A-8CBF-B3AA37EBF6DD}"/>
          </ac:picMkLst>
        </pc:picChg>
        <pc:picChg chg="add del">
          <ac:chgData name="Sude Yılmaz" userId="9fe943f1-afa7-4ade-ae50-7efb6dc7d5a3" providerId="ADAL" clId="{D002B4D2-25AC-4B0A-8BD0-D99F88F888C8}" dt="2026-06-08T14:01:48.724" v="536" actId="26606"/>
          <ac:picMkLst>
            <pc:docMk/>
            <pc:sldMk cId="3019627190" sldId="268"/>
            <ac:picMk id="36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4:01:50.389" v="538" actId="26606"/>
          <ac:picMkLst>
            <pc:docMk/>
            <pc:sldMk cId="3019627190" sldId="268"/>
            <ac:picMk id="41" creationId="{08EC5C75-E28F-4899-9C2E-39431B82B740}"/>
          </ac:picMkLst>
        </pc:picChg>
        <pc:picChg chg="add del">
          <ac:chgData name="Sude Yılmaz" userId="9fe943f1-afa7-4ade-ae50-7efb6dc7d5a3" providerId="ADAL" clId="{D002B4D2-25AC-4B0A-8BD0-D99F88F888C8}" dt="2026-06-08T14:01:50.389" v="538" actId="26606"/>
          <ac:picMkLst>
            <pc:docMk/>
            <pc:sldMk cId="3019627190" sldId="268"/>
            <ac:picMk id="44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4:01:54.034" v="540" actId="26606"/>
          <ac:picMkLst>
            <pc:docMk/>
            <pc:sldMk cId="3019627190" sldId="268"/>
            <ac:picMk id="55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4:01:55.181" v="542" actId="26606"/>
          <ac:picMkLst>
            <pc:docMk/>
            <pc:sldMk cId="3019627190" sldId="268"/>
            <ac:picMk id="66" creationId="{1F5620B8-A2D8-4568-B566-F0453A0D9167}"/>
          </ac:picMkLst>
        </pc:picChg>
        <pc:picChg chg="del">
          <ac:chgData name="Sude Yılmaz" userId="9fe943f1-afa7-4ade-ae50-7efb6dc7d5a3" providerId="ADAL" clId="{D002B4D2-25AC-4B0A-8BD0-D99F88F888C8}" dt="2026-06-08T14:02:22.736" v="552" actId="26606"/>
          <ac:picMkLst>
            <pc:docMk/>
            <pc:sldMk cId="3019627190" sldId="268"/>
            <ac:picMk id="75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4:01:58.361" v="544" actId="26606"/>
          <ac:picMkLst>
            <pc:docMk/>
            <pc:sldMk cId="3019627190" sldId="268"/>
            <ac:picMk id="77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4:01:58.361" v="544" actId="26606"/>
          <ac:picMkLst>
            <pc:docMk/>
            <pc:sldMk cId="3019627190" sldId="268"/>
            <ac:picMk id="86" creationId="{D42F4933-2ECF-4EE5-BCE4-F19E3CA609FE}"/>
          </ac:picMkLst>
        </pc:picChg>
        <pc:picChg chg="add del">
          <ac:chgData name="Sude Yılmaz" userId="9fe943f1-afa7-4ade-ae50-7efb6dc7d5a3" providerId="ADAL" clId="{D002B4D2-25AC-4B0A-8BD0-D99F88F888C8}" dt="2026-06-08T14:02:26.154" v="556" actId="26606"/>
          <ac:picMkLst>
            <pc:docMk/>
            <pc:sldMk cId="3019627190" sldId="268"/>
            <ac:picMk id="109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4:02:31.601" v="558" actId="26606"/>
          <ac:picMkLst>
            <pc:docMk/>
            <pc:sldMk cId="3019627190" sldId="268"/>
            <ac:picMk id="117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4:02:33.250" v="560" actId="26606"/>
          <ac:picMkLst>
            <pc:docMk/>
            <pc:sldMk cId="3019627190" sldId="268"/>
            <ac:picMk id="125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4:02:36.851" v="562" actId="26606"/>
          <ac:picMkLst>
            <pc:docMk/>
            <pc:sldMk cId="3019627190" sldId="268"/>
            <ac:picMk id="133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4:02:38.568" v="564" actId="26606"/>
          <ac:picMkLst>
            <pc:docMk/>
            <pc:sldMk cId="3019627190" sldId="268"/>
            <ac:picMk id="141" creationId="{1F5620B8-A2D8-4568-B566-F0453A0D9167}"/>
          </ac:picMkLst>
        </pc:picChg>
        <pc:picChg chg="add">
          <ac:chgData name="Sude Yılmaz" userId="9fe943f1-afa7-4ade-ae50-7efb6dc7d5a3" providerId="ADAL" clId="{D002B4D2-25AC-4B0A-8BD0-D99F88F888C8}" dt="2026-06-08T14:02:38.588" v="565" actId="26606"/>
          <ac:picMkLst>
            <pc:docMk/>
            <pc:sldMk cId="3019627190" sldId="268"/>
            <ac:picMk id="149" creationId="{1F5620B8-A2D8-4568-B566-F0453A0D9167}"/>
          </ac:picMkLst>
        </pc:picChg>
        <pc:picChg chg="del">
          <ac:chgData name="Sude Yılmaz" userId="9fe943f1-afa7-4ade-ae50-7efb6dc7d5a3" providerId="ADAL" clId="{D002B4D2-25AC-4B0A-8BD0-D99F88F888C8}" dt="2026-06-08T19:15:58.952" v="877"/>
          <ac:picMkLst>
            <pc:docMk/>
            <pc:sldMk cId="3019627190" sldId="268"/>
            <ac:picMk id="161" creationId="{1F5620B8-A2D8-4568-B566-F0453A0D9167}"/>
          </ac:picMkLst>
        </pc:picChg>
        <pc:cxnChg chg="add del">
          <ac:chgData name="Sude Yılmaz" userId="9fe943f1-afa7-4ade-ae50-7efb6dc7d5a3" providerId="ADAL" clId="{D002B4D2-25AC-4B0A-8BD0-D99F88F888C8}" dt="2026-06-08T14:01:47.440" v="534" actId="26606"/>
          <ac:cxnSpMkLst>
            <pc:docMk/>
            <pc:sldMk cId="3019627190" sldId="268"/>
            <ac:cxnSpMk id="27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14:02:21.394" v="550" actId="26606"/>
          <ac:cxnSpMkLst>
            <pc:docMk/>
            <pc:sldMk cId="3019627190" sldId="268"/>
            <ac:cxnSpMk id="28" creationId="{FBD463FC-4CA8-4FF4-85A3-AF9F4B98D210}"/>
          </ac:cxnSpMkLst>
        </pc:cxnChg>
        <pc:cxnChg chg="add del">
          <ac:chgData name="Sude Yılmaz" userId="9fe943f1-afa7-4ade-ae50-7efb6dc7d5a3" providerId="ADAL" clId="{D002B4D2-25AC-4B0A-8BD0-D99F88F888C8}" dt="2026-06-08T14:01:47.440" v="534" actId="26606"/>
          <ac:cxnSpMkLst>
            <pc:docMk/>
            <pc:sldMk cId="3019627190" sldId="268"/>
            <ac:cxnSpMk id="29" creationId="{C9D4B225-18E9-4C5B-94D8-2ABE6D161E4A}"/>
          </ac:cxnSpMkLst>
        </pc:cxnChg>
        <pc:cxnChg chg="add del">
          <ac:chgData name="Sude Yılmaz" userId="9fe943f1-afa7-4ade-ae50-7efb6dc7d5a3" providerId="ADAL" clId="{D002B4D2-25AC-4B0A-8BD0-D99F88F888C8}" dt="2026-06-08T14:01:47.440" v="534" actId="26606"/>
          <ac:cxnSpMkLst>
            <pc:docMk/>
            <pc:sldMk cId="3019627190" sldId="268"/>
            <ac:cxnSpMk id="33" creationId="{8E83266B-97F8-4AB9-818F-3A70E8D8580D}"/>
          </ac:cxnSpMkLst>
        </pc:cxnChg>
        <pc:cxnChg chg="add del">
          <ac:chgData name="Sude Yılmaz" userId="9fe943f1-afa7-4ade-ae50-7efb6dc7d5a3" providerId="ADAL" clId="{D002B4D2-25AC-4B0A-8BD0-D99F88F888C8}" dt="2026-06-08T14:02:21.394" v="550" actId="26606"/>
          <ac:cxnSpMkLst>
            <pc:docMk/>
            <pc:sldMk cId="3019627190" sldId="268"/>
            <ac:cxnSpMk id="34" creationId="{373AAE2E-5D6B-4952-A4BB-546C49F8DE4B}"/>
          </ac:cxnSpMkLst>
        </pc:cxnChg>
        <pc:cxnChg chg="add del">
          <ac:chgData name="Sude Yılmaz" userId="9fe943f1-afa7-4ade-ae50-7efb6dc7d5a3" providerId="ADAL" clId="{D002B4D2-25AC-4B0A-8BD0-D99F88F888C8}" dt="2026-06-08T14:01:48.724" v="536" actId="26606"/>
          <ac:cxnSpMkLst>
            <pc:docMk/>
            <pc:sldMk cId="3019627190" sldId="268"/>
            <ac:cxnSpMk id="37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14:01:48.724" v="536" actId="26606"/>
          <ac:cxnSpMkLst>
            <pc:docMk/>
            <pc:sldMk cId="3019627190" sldId="268"/>
            <ac:cxnSpMk id="38" creationId="{C9D4B225-18E9-4C5B-94D8-2ABE6D161E4A}"/>
          </ac:cxnSpMkLst>
        </pc:cxnChg>
        <pc:cxnChg chg="add del">
          <ac:chgData name="Sude Yılmaz" userId="9fe943f1-afa7-4ade-ae50-7efb6dc7d5a3" providerId="ADAL" clId="{D002B4D2-25AC-4B0A-8BD0-D99F88F888C8}" dt="2026-06-08T14:01:48.724" v="536" actId="26606"/>
          <ac:cxnSpMkLst>
            <pc:docMk/>
            <pc:sldMk cId="3019627190" sldId="268"/>
            <ac:cxnSpMk id="40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4:01:50.389" v="538" actId="26606"/>
          <ac:cxnSpMkLst>
            <pc:docMk/>
            <pc:sldMk cId="3019627190" sldId="268"/>
            <ac:cxnSpMk id="46" creationId="{C9D4B225-18E9-4C5B-94D8-2ABE6D161E4A}"/>
          </ac:cxnSpMkLst>
        </pc:cxnChg>
        <pc:cxnChg chg="add del">
          <ac:chgData name="Sude Yılmaz" userId="9fe943f1-afa7-4ade-ae50-7efb6dc7d5a3" providerId="ADAL" clId="{D002B4D2-25AC-4B0A-8BD0-D99F88F888C8}" dt="2026-06-08T14:01:58.361" v="544" actId="26606"/>
          <ac:cxnSpMkLst>
            <pc:docMk/>
            <pc:sldMk cId="3019627190" sldId="268"/>
            <ac:cxnSpMk id="81" creationId="{381B4579-E2EA-4BD7-94FF-0A0BEE135C6B}"/>
          </ac:cxnSpMkLst>
        </pc:cxnChg>
        <pc:cxnChg chg="add del">
          <ac:chgData name="Sude Yılmaz" userId="9fe943f1-afa7-4ade-ae50-7efb6dc7d5a3" providerId="ADAL" clId="{D002B4D2-25AC-4B0A-8BD0-D99F88F888C8}" dt="2026-06-08T14:02:26.154" v="556" actId="26606"/>
          <ac:cxnSpMkLst>
            <pc:docMk/>
            <pc:sldMk cId="3019627190" sldId="268"/>
            <ac:cxnSpMk id="110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14:02:26.154" v="556" actId="26606"/>
          <ac:cxnSpMkLst>
            <pc:docMk/>
            <pc:sldMk cId="3019627190" sldId="268"/>
            <ac:cxnSpMk id="111" creationId="{C9D4B225-18E9-4C5B-94D8-2ABE6D161E4A}"/>
          </ac:cxnSpMkLst>
        </pc:cxnChg>
        <pc:cxnChg chg="add del">
          <ac:chgData name="Sude Yılmaz" userId="9fe943f1-afa7-4ade-ae50-7efb6dc7d5a3" providerId="ADAL" clId="{D002B4D2-25AC-4B0A-8BD0-D99F88F888C8}" dt="2026-06-08T14:02:26.154" v="556" actId="26606"/>
          <ac:cxnSpMkLst>
            <pc:docMk/>
            <pc:sldMk cId="3019627190" sldId="268"/>
            <ac:cxnSpMk id="113" creationId="{8E83266B-97F8-4AB9-818F-3A70E8D8580D}"/>
          </ac:cxnSpMkLst>
        </pc:cxnChg>
        <pc:cxnChg chg="add del">
          <ac:chgData name="Sude Yılmaz" userId="9fe943f1-afa7-4ade-ae50-7efb6dc7d5a3" providerId="ADAL" clId="{D002B4D2-25AC-4B0A-8BD0-D99F88F888C8}" dt="2026-06-08T14:02:31.601" v="558" actId="26606"/>
          <ac:cxnSpMkLst>
            <pc:docMk/>
            <pc:sldMk cId="3019627190" sldId="268"/>
            <ac:cxnSpMk id="118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14:02:31.601" v="558" actId="26606"/>
          <ac:cxnSpMkLst>
            <pc:docMk/>
            <pc:sldMk cId="3019627190" sldId="268"/>
            <ac:cxnSpMk id="119" creationId="{C9D4B225-18E9-4C5B-94D8-2ABE6D161E4A}"/>
          </ac:cxnSpMkLst>
        </pc:cxnChg>
        <pc:cxnChg chg="add del">
          <ac:chgData name="Sude Yılmaz" userId="9fe943f1-afa7-4ade-ae50-7efb6dc7d5a3" providerId="ADAL" clId="{D002B4D2-25AC-4B0A-8BD0-D99F88F888C8}" dt="2026-06-08T14:02:31.601" v="558" actId="26606"/>
          <ac:cxnSpMkLst>
            <pc:docMk/>
            <pc:sldMk cId="3019627190" sldId="268"/>
            <ac:cxnSpMk id="121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4:02:33.250" v="560" actId="26606"/>
          <ac:cxnSpMkLst>
            <pc:docMk/>
            <pc:sldMk cId="3019627190" sldId="268"/>
            <ac:cxnSpMk id="126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14:02:33.250" v="560" actId="26606"/>
          <ac:cxnSpMkLst>
            <pc:docMk/>
            <pc:sldMk cId="3019627190" sldId="268"/>
            <ac:cxnSpMk id="127" creationId="{C9D4B225-18E9-4C5B-94D8-2ABE6D161E4A}"/>
          </ac:cxnSpMkLst>
        </pc:cxnChg>
        <pc:cxnChg chg="add del">
          <ac:chgData name="Sude Yılmaz" userId="9fe943f1-afa7-4ade-ae50-7efb6dc7d5a3" providerId="ADAL" clId="{D002B4D2-25AC-4B0A-8BD0-D99F88F888C8}" dt="2026-06-08T14:02:33.250" v="560" actId="26606"/>
          <ac:cxnSpMkLst>
            <pc:docMk/>
            <pc:sldMk cId="3019627190" sldId="268"/>
            <ac:cxnSpMk id="129" creationId="{8E83266B-97F8-4AB9-818F-3A70E8D8580D}"/>
          </ac:cxnSpMkLst>
        </pc:cxnChg>
        <pc:cxnChg chg="add del">
          <ac:chgData name="Sude Yılmaz" userId="9fe943f1-afa7-4ade-ae50-7efb6dc7d5a3" providerId="ADAL" clId="{D002B4D2-25AC-4B0A-8BD0-D99F88F888C8}" dt="2026-06-08T14:02:36.851" v="562" actId="26606"/>
          <ac:cxnSpMkLst>
            <pc:docMk/>
            <pc:sldMk cId="3019627190" sldId="268"/>
            <ac:cxnSpMk id="134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14:02:36.851" v="562" actId="26606"/>
          <ac:cxnSpMkLst>
            <pc:docMk/>
            <pc:sldMk cId="3019627190" sldId="268"/>
            <ac:cxnSpMk id="135" creationId="{C9D4B225-18E9-4C5B-94D8-2ABE6D161E4A}"/>
          </ac:cxnSpMkLst>
        </pc:cxnChg>
        <pc:cxnChg chg="add del">
          <ac:chgData name="Sude Yılmaz" userId="9fe943f1-afa7-4ade-ae50-7efb6dc7d5a3" providerId="ADAL" clId="{D002B4D2-25AC-4B0A-8BD0-D99F88F888C8}" dt="2026-06-08T14:02:36.851" v="562" actId="26606"/>
          <ac:cxnSpMkLst>
            <pc:docMk/>
            <pc:sldMk cId="3019627190" sldId="268"/>
            <ac:cxnSpMk id="137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4:02:38.568" v="564" actId="26606"/>
          <ac:cxnSpMkLst>
            <pc:docMk/>
            <pc:sldMk cId="3019627190" sldId="268"/>
            <ac:cxnSpMk id="142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14:02:38.568" v="564" actId="26606"/>
          <ac:cxnSpMkLst>
            <pc:docMk/>
            <pc:sldMk cId="3019627190" sldId="268"/>
            <ac:cxnSpMk id="143" creationId="{C9D4B225-18E9-4C5B-94D8-2ABE6D161E4A}"/>
          </ac:cxnSpMkLst>
        </pc:cxnChg>
        <pc:cxnChg chg="add del">
          <ac:chgData name="Sude Yılmaz" userId="9fe943f1-afa7-4ade-ae50-7efb6dc7d5a3" providerId="ADAL" clId="{D002B4D2-25AC-4B0A-8BD0-D99F88F888C8}" dt="2026-06-08T14:02:38.568" v="564" actId="26606"/>
          <ac:cxnSpMkLst>
            <pc:docMk/>
            <pc:sldMk cId="3019627190" sldId="268"/>
            <ac:cxnSpMk id="145" creationId="{8E83266B-97F8-4AB9-818F-3A70E8D8580D}"/>
          </ac:cxnSpMkLst>
        </pc:cxnChg>
        <pc:cxnChg chg="add">
          <ac:chgData name="Sude Yılmaz" userId="9fe943f1-afa7-4ade-ae50-7efb6dc7d5a3" providerId="ADAL" clId="{D002B4D2-25AC-4B0A-8BD0-D99F88F888C8}" dt="2026-06-08T14:02:38.588" v="565" actId="26606"/>
          <ac:cxnSpMkLst>
            <pc:docMk/>
            <pc:sldMk cId="3019627190" sldId="268"/>
            <ac:cxnSpMk id="150" creationId="{1C7D2BA4-4B7A-4596-8BCC-5CF715423894}"/>
          </ac:cxnSpMkLst>
        </pc:cxnChg>
        <pc:cxnChg chg="add">
          <ac:chgData name="Sude Yılmaz" userId="9fe943f1-afa7-4ade-ae50-7efb6dc7d5a3" providerId="ADAL" clId="{D002B4D2-25AC-4B0A-8BD0-D99F88F888C8}" dt="2026-06-08T14:02:38.588" v="565" actId="26606"/>
          <ac:cxnSpMkLst>
            <pc:docMk/>
            <pc:sldMk cId="3019627190" sldId="268"/>
            <ac:cxnSpMk id="151" creationId="{C9D4B225-18E9-4C5B-94D8-2ABE6D161E4A}"/>
          </ac:cxnSpMkLst>
        </pc:cxnChg>
        <pc:cxnChg chg="add">
          <ac:chgData name="Sude Yılmaz" userId="9fe943f1-afa7-4ade-ae50-7efb6dc7d5a3" providerId="ADAL" clId="{D002B4D2-25AC-4B0A-8BD0-D99F88F888C8}" dt="2026-06-08T14:02:38.588" v="565" actId="26606"/>
          <ac:cxnSpMkLst>
            <pc:docMk/>
            <pc:sldMk cId="3019627190" sldId="268"/>
            <ac:cxnSpMk id="153" creationId="{B7582E73-8B46-4A0E-944E-58357C80883F}"/>
          </ac:cxnSpMkLst>
        </pc:cxnChg>
        <pc:cxnChg chg="del">
          <ac:chgData name="Sude Yılmaz" userId="9fe943f1-afa7-4ade-ae50-7efb6dc7d5a3" providerId="ADAL" clId="{D002B4D2-25AC-4B0A-8BD0-D99F88F888C8}" dt="2026-06-08T19:15:58.952" v="877"/>
          <ac:cxnSpMkLst>
            <pc:docMk/>
            <pc:sldMk cId="3019627190" sldId="268"/>
            <ac:cxnSpMk id="163" creationId="{1C7D2BA4-4B7A-4596-8BCC-5CF715423894}"/>
          </ac:cxnSpMkLst>
        </pc:cxnChg>
        <pc:cxnChg chg="del">
          <ac:chgData name="Sude Yılmaz" userId="9fe943f1-afa7-4ade-ae50-7efb6dc7d5a3" providerId="ADAL" clId="{D002B4D2-25AC-4B0A-8BD0-D99F88F888C8}" dt="2026-06-08T19:15:58.952" v="877"/>
          <ac:cxnSpMkLst>
            <pc:docMk/>
            <pc:sldMk cId="3019627190" sldId="268"/>
            <ac:cxnSpMk id="165" creationId="{C9D4B225-18E9-4C5B-94D8-2ABE6D161E4A}"/>
          </ac:cxnSpMkLst>
        </pc:cxnChg>
        <pc:cxnChg chg="del">
          <ac:chgData name="Sude Yılmaz" userId="9fe943f1-afa7-4ade-ae50-7efb6dc7d5a3" providerId="ADAL" clId="{D002B4D2-25AC-4B0A-8BD0-D99F88F888C8}" dt="2026-06-08T19:15:58.952" v="877"/>
          <ac:cxnSpMkLst>
            <pc:docMk/>
            <pc:sldMk cId="3019627190" sldId="268"/>
            <ac:cxnSpMk id="175" creationId="{D33AC32D-5F44-45F7-A0BD-7C11A86BED57}"/>
          </ac:cxnSpMkLst>
        </pc:cxnChg>
      </pc:sldChg>
      <pc:sldChg chg="addSp delSp modSp mod delDesignElem">
        <pc:chgData name="Sude Yılmaz" userId="9fe943f1-afa7-4ade-ae50-7efb6dc7d5a3" providerId="ADAL" clId="{D002B4D2-25AC-4B0A-8BD0-D99F88F888C8}" dt="2026-06-08T12:11:56.235" v="48" actId="1076"/>
        <pc:sldMkLst>
          <pc:docMk/>
          <pc:sldMk cId="825492604" sldId="270"/>
        </pc:sldMkLst>
        <pc:spChg chg="mod">
          <ac:chgData name="Sude Yılmaz" userId="9fe943f1-afa7-4ade-ae50-7efb6dc7d5a3" providerId="ADAL" clId="{D002B4D2-25AC-4B0A-8BD0-D99F88F888C8}" dt="2026-06-08T12:11:56.235" v="48" actId="1076"/>
          <ac:spMkLst>
            <pc:docMk/>
            <pc:sldMk cId="825492604" sldId="270"/>
            <ac:spMk id="10" creationId="{573668CF-5080-4017-A5FC-8190E1940524}"/>
          </ac:spMkLst>
        </pc:spChg>
        <pc:spChg chg="mod">
          <ac:chgData name="Sude Yılmaz" userId="9fe943f1-afa7-4ade-ae50-7efb6dc7d5a3" providerId="ADAL" clId="{D002B4D2-25AC-4B0A-8BD0-D99F88F888C8}" dt="2026-06-08T12:08:57.042" v="18" actId="1076"/>
          <ac:spMkLst>
            <pc:docMk/>
            <pc:sldMk cId="825492604" sldId="270"/>
            <ac:spMk id="63" creationId="{69F1744A-CA11-44DA-AE09-C24B436C1B4F}"/>
          </ac:spMkLst>
        </pc:spChg>
        <pc:spChg chg="del">
          <ac:chgData name="Sude Yılmaz" userId="9fe943f1-afa7-4ade-ae50-7efb6dc7d5a3" providerId="ADAL" clId="{D002B4D2-25AC-4B0A-8BD0-D99F88F888C8}" dt="2026-06-08T12:05:01.265" v="7"/>
          <ac:spMkLst>
            <pc:docMk/>
            <pc:sldMk cId="825492604" sldId="270"/>
            <ac:spMk id="68" creationId="{9B7AD9F6-8CE7-4299-8FC6-328F4DCD3FF9}"/>
          </ac:spMkLst>
        </pc:spChg>
        <pc:spChg chg="del">
          <ac:chgData name="Sude Yılmaz" userId="9fe943f1-afa7-4ade-ae50-7efb6dc7d5a3" providerId="ADAL" clId="{D002B4D2-25AC-4B0A-8BD0-D99F88F888C8}" dt="2026-06-08T12:05:01.265" v="7"/>
          <ac:spMkLst>
            <pc:docMk/>
            <pc:sldMk cId="825492604" sldId="270"/>
            <ac:spMk id="80" creationId="{F49775AF-8896-43EE-92C6-83497D6DC56F}"/>
          </ac:spMkLst>
        </pc:spChg>
        <pc:picChg chg="mod">
          <ac:chgData name="Sude Yılmaz" userId="9fe943f1-afa7-4ade-ae50-7efb6dc7d5a3" providerId="ADAL" clId="{D002B4D2-25AC-4B0A-8BD0-D99F88F888C8}" dt="2026-06-08T12:09:21.453" v="26" actId="14100"/>
          <ac:picMkLst>
            <pc:docMk/>
            <pc:sldMk cId="825492604" sldId="270"/>
            <ac:picMk id="24" creationId="{14509D23-E9A3-58DA-55CB-0AFD81030C0B}"/>
          </ac:picMkLst>
        </pc:picChg>
        <pc:picChg chg="del mod">
          <ac:chgData name="Sude Yılmaz" userId="9fe943f1-afa7-4ade-ae50-7efb6dc7d5a3" providerId="ADAL" clId="{D002B4D2-25AC-4B0A-8BD0-D99F88F888C8}" dt="2026-06-08T12:09:14.828" v="24" actId="21"/>
          <ac:picMkLst>
            <pc:docMk/>
            <pc:sldMk cId="825492604" sldId="270"/>
            <ac:picMk id="26" creationId="{1019364F-8063-D474-AFDD-F505516AB440}"/>
          </ac:picMkLst>
        </pc:picChg>
        <pc:picChg chg="add mod ord">
          <ac:chgData name="Sude Yılmaz" userId="9fe943f1-afa7-4ade-ae50-7efb6dc7d5a3" providerId="ADAL" clId="{D002B4D2-25AC-4B0A-8BD0-D99F88F888C8}" dt="2026-06-08T12:10:56.269" v="36" actId="171"/>
          <ac:picMkLst>
            <pc:docMk/>
            <pc:sldMk cId="825492604" sldId="270"/>
            <ac:picMk id="28" creationId="{355301B5-07F0-6566-A988-FB7FACC31AFE}"/>
          </ac:picMkLst>
        </pc:picChg>
        <pc:picChg chg="add mod ord modCrop">
          <ac:chgData name="Sude Yılmaz" userId="9fe943f1-afa7-4ade-ae50-7efb6dc7d5a3" providerId="ADAL" clId="{D002B4D2-25AC-4B0A-8BD0-D99F88F888C8}" dt="2026-06-08T12:11:31.640" v="44" actId="171"/>
          <ac:picMkLst>
            <pc:docMk/>
            <pc:sldMk cId="825492604" sldId="270"/>
            <ac:picMk id="30" creationId="{299456DD-6D07-01F5-B050-98B808FF67DB}"/>
          </ac:picMkLst>
        </pc:picChg>
      </pc:sldChg>
      <pc:sldChg chg="del">
        <pc:chgData name="Sude Yılmaz" userId="9fe943f1-afa7-4ade-ae50-7efb6dc7d5a3" providerId="ADAL" clId="{D002B4D2-25AC-4B0A-8BD0-D99F88F888C8}" dt="2026-06-08T12:04:20.093" v="0" actId="2696"/>
        <pc:sldMkLst>
          <pc:docMk/>
          <pc:sldMk cId="1186118809" sldId="271"/>
        </pc:sldMkLst>
      </pc:sldChg>
      <pc:sldChg chg="addSp delSp modSp new add del mod setBg setClrOvrMap delDesignElem">
        <pc:chgData name="Sude Yılmaz" userId="9fe943f1-afa7-4ade-ae50-7efb6dc7d5a3" providerId="ADAL" clId="{D002B4D2-25AC-4B0A-8BD0-D99F88F888C8}" dt="2026-06-08T19:15:58.952" v="877"/>
        <pc:sldMkLst>
          <pc:docMk/>
          <pc:sldMk cId="3537040577" sldId="271"/>
        </pc:sldMkLst>
        <pc:spChg chg="del mod">
          <ac:chgData name="Sude Yılmaz" userId="9fe943f1-afa7-4ade-ae50-7efb6dc7d5a3" providerId="ADAL" clId="{D002B4D2-25AC-4B0A-8BD0-D99F88F888C8}" dt="2026-06-08T13:00:10.752" v="411" actId="478"/>
          <ac:spMkLst>
            <pc:docMk/>
            <pc:sldMk cId="3537040577" sldId="271"/>
            <ac:spMk id="2" creationId="{57A36E29-CDD1-A098-7D5A-34467006DF2F}"/>
          </ac:spMkLst>
        </pc:spChg>
        <pc:spChg chg="add del mod ord">
          <ac:chgData name="Sude Yılmaz" userId="9fe943f1-afa7-4ade-ae50-7efb6dc7d5a3" providerId="ADAL" clId="{D002B4D2-25AC-4B0A-8BD0-D99F88F888C8}" dt="2026-06-08T13:00:25.069" v="414" actId="478"/>
          <ac:spMkLst>
            <pc:docMk/>
            <pc:sldMk cId="3537040577" sldId="271"/>
            <ac:spMk id="3" creationId="{EF06A245-C0D9-514E-A970-B5891C196ECA}"/>
          </ac:spMkLst>
        </pc:spChg>
        <pc:spChg chg="add del">
          <ac:chgData name="Sude Yılmaz" userId="9fe943f1-afa7-4ade-ae50-7efb6dc7d5a3" providerId="ADAL" clId="{D002B4D2-25AC-4B0A-8BD0-D99F88F888C8}" dt="2026-06-08T12:26:49.263" v="94" actId="26606"/>
          <ac:spMkLst>
            <pc:docMk/>
            <pc:sldMk cId="3537040577" sldId="271"/>
            <ac:spMk id="7" creationId="{7C70BFDB-979D-4D01-8764-154458F98B93}"/>
          </ac:spMkLst>
        </pc:spChg>
        <pc:spChg chg="add del">
          <ac:chgData name="Sude Yılmaz" userId="9fe943f1-afa7-4ade-ae50-7efb6dc7d5a3" providerId="ADAL" clId="{D002B4D2-25AC-4B0A-8BD0-D99F88F888C8}" dt="2026-06-08T12:26:49.263" v="94" actId="26606"/>
          <ac:spMkLst>
            <pc:docMk/>
            <pc:sldMk cId="3537040577" sldId="271"/>
            <ac:spMk id="8" creationId="{45FCB5B7-E85D-4C9D-AE9B-2B04C20D7C33}"/>
          </ac:spMkLst>
        </pc:spChg>
        <pc:spChg chg="add del">
          <ac:chgData name="Sude Yılmaz" userId="9fe943f1-afa7-4ade-ae50-7efb6dc7d5a3" providerId="ADAL" clId="{D002B4D2-25AC-4B0A-8BD0-D99F88F888C8}" dt="2026-06-08T12:26:44.768" v="90" actId="26606"/>
          <ac:spMkLst>
            <pc:docMk/>
            <pc:sldMk cId="3537040577" sldId="271"/>
            <ac:spMk id="10" creationId="{E8E51B09-2B9E-4D82-A5F8-29F85CBE206E}"/>
          </ac:spMkLst>
        </pc:spChg>
        <pc:spChg chg="add del">
          <ac:chgData name="Sude Yılmaz" userId="9fe943f1-afa7-4ade-ae50-7efb6dc7d5a3" providerId="ADAL" clId="{D002B4D2-25AC-4B0A-8BD0-D99F88F888C8}" dt="2026-06-08T12:26:49.263" v="94" actId="26606"/>
          <ac:spMkLst>
            <pc:docMk/>
            <pc:sldMk cId="3537040577" sldId="271"/>
            <ac:spMk id="11" creationId="{66DEDBC9-7E02-4AC1-84C0-28900C560B7D}"/>
          </ac:spMkLst>
        </pc:spChg>
        <pc:spChg chg="add del">
          <ac:chgData name="Sude Yılmaz" userId="9fe943f1-afa7-4ade-ae50-7efb6dc7d5a3" providerId="ADAL" clId="{D002B4D2-25AC-4B0A-8BD0-D99F88F888C8}" dt="2026-06-08T12:26:44.768" v="90" actId="26606"/>
          <ac:spMkLst>
            <pc:docMk/>
            <pc:sldMk cId="3537040577" sldId="271"/>
            <ac:spMk id="12" creationId="{59240118-40F3-4A1C-85DC-4E58525CB6AD}"/>
          </ac:spMkLst>
        </pc:spChg>
        <pc:spChg chg="add del">
          <ac:chgData name="Sude Yılmaz" userId="9fe943f1-afa7-4ade-ae50-7efb6dc7d5a3" providerId="ADAL" clId="{D002B4D2-25AC-4B0A-8BD0-D99F88F888C8}" dt="2026-06-08T12:27:40.440" v="108" actId="26606"/>
          <ac:spMkLst>
            <pc:docMk/>
            <pc:sldMk cId="3537040577" sldId="271"/>
            <ac:spMk id="15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2:27:39.664" v="107" actId="26606"/>
          <ac:spMkLst>
            <pc:docMk/>
            <pc:sldMk cId="3537040577" sldId="271"/>
            <ac:spMk id="21" creationId="{C6870151-9189-4C3A-8379-EF3D95827A0A}"/>
          </ac:spMkLst>
        </pc:spChg>
        <pc:spChg chg="add del">
          <ac:chgData name="Sude Yılmaz" userId="9fe943f1-afa7-4ade-ae50-7efb6dc7d5a3" providerId="ADAL" clId="{D002B4D2-25AC-4B0A-8BD0-D99F88F888C8}" dt="2026-06-08T12:27:39.664" v="107" actId="26606"/>
          <ac:spMkLst>
            <pc:docMk/>
            <pc:sldMk cId="3537040577" sldId="271"/>
            <ac:spMk id="23" creationId="{123EA69C-102A-4DD0-9547-05DCD271D159}"/>
          </ac:spMkLst>
        </pc:spChg>
        <pc:spChg chg="add del">
          <ac:chgData name="Sude Yılmaz" userId="9fe943f1-afa7-4ade-ae50-7efb6dc7d5a3" providerId="ADAL" clId="{D002B4D2-25AC-4B0A-8BD0-D99F88F888C8}" dt="2026-06-08T12:27:39.664" v="107" actId="26606"/>
          <ac:spMkLst>
            <pc:docMk/>
            <pc:sldMk cId="3537040577" sldId="271"/>
            <ac:spMk id="25" creationId="{6A862265-5CA3-4C40-8582-7534C3B03C2A}"/>
          </ac:spMkLst>
        </pc:spChg>
        <pc:spChg chg="add del">
          <ac:chgData name="Sude Yılmaz" userId="9fe943f1-afa7-4ade-ae50-7efb6dc7d5a3" providerId="ADAL" clId="{D002B4D2-25AC-4B0A-8BD0-D99F88F888C8}" dt="2026-06-08T12:27:39.664" v="107" actId="26606"/>
          <ac:spMkLst>
            <pc:docMk/>
            <pc:sldMk cId="3537040577" sldId="271"/>
            <ac:spMk id="27" creationId="{600EF80B-0391-4082-9AF5-F15B091B4CE9}"/>
          </ac:spMkLst>
        </pc:spChg>
        <pc:spChg chg="add del">
          <ac:chgData name="Sude Yılmaz" userId="9fe943f1-afa7-4ade-ae50-7efb6dc7d5a3" providerId="ADAL" clId="{D002B4D2-25AC-4B0A-8BD0-D99F88F888C8}" dt="2026-06-08T12:48:52.667" v="309" actId="26606"/>
          <ac:spMkLst>
            <pc:docMk/>
            <pc:sldMk cId="3537040577" sldId="271"/>
            <ac:spMk id="30" creationId="{B250C39F-3F6C-4D53-86D2-7BC6B2FF609C}"/>
          </ac:spMkLst>
        </pc:spChg>
        <pc:spChg chg="add del">
          <ac:chgData name="Sude Yılmaz" userId="9fe943f1-afa7-4ade-ae50-7efb6dc7d5a3" providerId="ADAL" clId="{D002B4D2-25AC-4B0A-8BD0-D99F88F888C8}" dt="2026-06-08T12:27:39.664" v="107" actId="26606"/>
          <ac:spMkLst>
            <pc:docMk/>
            <pc:sldMk cId="3537040577" sldId="271"/>
            <ac:spMk id="31" creationId="{3FBF03E8-C602-4192-9C52-F84B29FDCC88}"/>
          </ac:spMkLst>
        </pc:spChg>
        <pc:spChg chg="add del">
          <ac:chgData name="Sude Yılmaz" userId="9fe943f1-afa7-4ade-ae50-7efb6dc7d5a3" providerId="ADAL" clId="{D002B4D2-25AC-4B0A-8BD0-D99F88F888C8}" dt="2026-06-08T12:48:52.667" v="309" actId="26606"/>
          <ac:spMkLst>
            <pc:docMk/>
            <pc:sldMk cId="3537040577" sldId="271"/>
            <ac:spMk id="32" creationId="{70A48D59-8581-41F7-B529-F4617FE07A9A}"/>
          </ac:spMkLst>
        </pc:spChg>
        <pc:spChg chg="add del">
          <ac:chgData name="Sude Yılmaz" userId="9fe943f1-afa7-4ade-ae50-7efb6dc7d5a3" providerId="ADAL" clId="{D002B4D2-25AC-4B0A-8BD0-D99F88F888C8}" dt="2026-06-08T12:31:08.830" v="167" actId="26606"/>
          <ac:spMkLst>
            <pc:docMk/>
            <pc:sldMk cId="3537040577" sldId="271"/>
            <ac:spMk id="33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2:48:52.667" v="309" actId="26606"/>
          <ac:spMkLst>
            <pc:docMk/>
            <pc:sldMk cId="3537040577" sldId="271"/>
            <ac:spMk id="34" creationId="{9DD005C1-8C51-42D6-9BEE-B9B83849743D}"/>
          </ac:spMkLst>
        </pc:spChg>
        <pc:spChg chg="add del">
          <ac:chgData name="Sude Yılmaz" userId="9fe943f1-afa7-4ade-ae50-7efb6dc7d5a3" providerId="ADAL" clId="{D002B4D2-25AC-4B0A-8BD0-D99F88F888C8}" dt="2026-06-08T12:27:37.144" v="103" actId="26606"/>
          <ac:spMkLst>
            <pc:docMk/>
            <pc:sldMk cId="3537040577" sldId="271"/>
            <ac:spMk id="36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2:31:05.734" v="164" actId="26606"/>
          <ac:spMkLst>
            <pc:docMk/>
            <pc:sldMk cId="3537040577" sldId="271"/>
            <ac:spMk id="39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2:30:31.856" v="150" actId="26606"/>
          <ac:spMkLst>
            <pc:docMk/>
            <pc:sldMk cId="3537040577" sldId="271"/>
            <ac:spMk id="40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2:31:08.825" v="166" actId="26606"/>
          <ac:spMkLst>
            <pc:docMk/>
            <pc:sldMk cId="3537040577" sldId="271"/>
            <ac:spMk id="43" creationId="{C6870151-9189-4C3A-8379-EF3D95827A0A}"/>
          </ac:spMkLst>
        </pc:spChg>
        <pc:spChg chg="add del">
          <ac:chgData name="Sude Yılmaz" userId="9fe943f1-afa7-4ade-ae50-7efb6dc7d5a3" providerId="ADAL" clId="{D002B4D2-25AC-4B0A-8BD0-D99F88F888C8}" dt="2026-06-08T12:30:33.829" v="152" actId="26606"/>
          <ac:spMkLst>
            <pc:docMk/>
            <pc:sldMk cId="3537040577" sldId="271"/>
            <ac:spMk id="44" creationId="{6A862265-5CA3-4C40-8582-7534C3B03C2A}"/>
          </ac:spMkLst>
        </pc:spChg>
        <pc:spChg chg="add del">
          <ac:chgData name="Sude Yılmaz" userId="9fe943f1-afa7-4ade-ae50-7efb6dc7d5a3" providerId="ADAL" clId="{D002B4D2-25AC-4B0A-8BD0-D99F88F888C8}" dt="2026-06-08T12:30:33.829" v="152" actId="26606"/>
          <ac:spMkLst>
            <pc:docMk/>
            <pc:sldMk cId="3537040577" sldId="271"/>
            <ac:spMk id="45" creationId="{C6870151-9189-4C3A-8379-EF3D95827A0A}"/>
          </ac:spMkLst>
        </pc:spChg>
        <pc:spChg chg="add del">
          <ac:chgData name="Sude Yılmaz" userId="9fe943f1-afa7-4ade-ae50-7efb6dc7d5a3" providerId="ADAL" clId="{D002B4D2-25AC-4B0A-8BD0-D99F88F888C8}" dt="2026-06-08T12:30:33.829" v="152" actId="26606"/>
          <ac:spMkLst>
            <pc:docMk/>
            <pc:sldMk cId="3537040577" sldId="271"/>
            <ac:spMk id="46" creationId="{600EF80B-0391-4082-9AF5-F15B091B4CE9}"/>
          </ac:spMkLst>
        </pc:spChg>
        <pc:spChg chg="add del">
          <ac:chgData name="Sude Yılmaz" userId="9fe943f1-afa7-4ade-ae50-7efb6dc7d5a3" providerId="ADAL" clId="{D002B4D2-25AC-4B0A-8BD0-D99F88F888C8}" dt="2026-06-08T12:30:33.829" v="152" actId="26606"/>
          <ac:spMkLst>
            <pc:docMk/>
            <pc:sldMk cId="3537040577" sldId="271"/>
            <ac:spMk id="47" creationId="{123EA69C-102A-4DD0-9547-05DCD271D159}"/>
          </ac:spMkLst>
        </pc:spChg>
        <pc:spChg chg="add del">
          <ac:chgData name="Sude Yılmaz" userId="9fe943f1-afa7-4ade-ae50-7efb6dc7d5a3" providerId="ADAL" clId="{D002B4D2-25AC-4B0A-8BD0-D99F88F888C8}" dt="2026-06-08T12:31:08.825" v="166" actId="26606"/>
          <ac:spMkLst>
            <pc:docMk/>
            <pc:sldMk cId="3537040577" sldId="271"/>
            <ac:spMk id="49" creationId="{123EA69C-102A-4DD0-9547-05DCD271D159}"/>
          </ac:spMkLst>
        </pc:spChg>
        <pc:spChg chg="add del">
          <ac:chgData name="Sude Yılmaz" userId="9fe943f1-afa7-4ade-ae50-7efb6dc7d5a3" providerId="ADAL" clId="{D002B4D2-25AC-4B0A-8BD0-D99F88F888C8}" dt="2026-06-08T12:30:33.829" v="152" actId="26606"/>
          <ac:spMkLst>
            <pc:docMk/>
            <pc:sldMk cId="3537040577" sldId="271"/>
            <ac:spMk id="50" creationId="{3FBF03E8-C602-4192-9C52-F84B29FDCC88}"/>
          </ac:spMkLst>
        </pc:spChg>
        <pc:spChg chg="add del">
          <ac:chgData name="Sude Yılmaz" userId="9fe943f1-afa7-4ade-ae50-7efb6dc7d5a3" providerId="ADAL" clId="{D002B4D2-25AC-4B0A-8BD0-D99F88F888C8}" dt="2026-06-08T12:31:08.825" v="166" actId="26606"/>
          <ac:spMkLst>
            <pc:docMk/>
            <pc:sldMk cId="3537040577" sldId="271"/>
            <ac:spMk id="51" creationId="{6A862265-5CA3-4C40-8582-7534C3B03C2A}"/>
          </ac:spMkLst>
        </pc:spChg>
        <pc:spChg chg="add del">
          <ac:chgData name="Sude Yılmaz" userId="9fe943f1-afa7-4ade-ae50-7efb6dc7d5a3" providerId="ADAL" clId="{D002B4D2-25AC-4B0A-8BD0-D99F88F888C8}" dt="2026-06-08T12:30:35.928" v="154" actId="26606"/>
          <ac:spMkLst>
            <pc:docMk/>
            <pc:sldMk cId="3537040577" sldId="271"/>
            <ac:spMk id="52" creationId="{F2AF0D79-4A1A-4F27-B9F0-CF252C4AC91C}"/>
          </ac:spMkLst>
        </pc:spChg>
        <pc:spChg chg="add del">
          <ac:chgData name="Sude Yılmaz" userId="9fe943f1-afa7-4ade-ae50-7efb6dc7d5a3" providerId="ADAL" clId="{D002B4D2-25AC-4B0A-8BD0-D99F88F888C8}" dt="2026-06-08T12:31:08.825" v="166" actId="26606"/>
          <ac:spMkLst>
            <pc:docMk/>
            <pc:sldMk cId="3537040577" sldId="271"/>
            <ac:spMk id="54" creationId="{600EF80B-0391-4082-9AF5-F15B091B4CE9}"/>
          </ac:spMkLst>
        </pc:spChg>
        <pc:spChg chg="add del">
          <ac:chgData name="Sude Yılmaz" userId="9fe943f1-afa7-4ade-ae50-7efb6dc7d5a3" providerId="ADAL" clId="{D002B4D2-25AC-4B0A-8BD0-D99F88F888C8}" dt="2026-06-08T12:30:41.209" v="156" actId="26606"/>
          <ac:spMkLst>
            <pc:docMk/>
            <pc:sldMk cId="3537040577" sldId="271"/>
            <ac:spMk id="55" creationId="{E8E51B09-2B9E-4D82-A5F8-29F85CBE206E}"/>
          </ac:spMkLst>
        </pc:spChg>
        <pc:spChg chg="add del">
          <ac:chgData name="Sude Yılmaz" userId="9fe943f1-afa7-4ade-ae50-7efb6dc7d5a3" providerId="ADAL" clId="{D002B4D2-25AC-4B0A-8BD0-D99F88F888C8}" dt="2026-06-08T12:30:41.209" v="156" actId="26606"/>
          <ac:spMkLst>
            <pc:docMk/>
            <pc:sldMk cId="3537040577" sldId="271"/>
            <ac:spMk id="56" creationId="{59240118-40F3-4A1C-85DC-4E58525CB6AD}"/>
          </ac:spMkLst>
        </pc:spChg>
        <pc:spChg chg="add del">
          <ac:chgData name="Sude Yılmaz" userId="9fe943f1-afa7-4ade-ae50-7efb6dc7d5a3" providerId="ADAL" clId="{D002B4D2-25AC-4B0A-8BD0-D99F88F888C8}" dt="2026-06-08T12:31:08.825" v="166" actId="26606"/>
          <ac:spMkLst>
            <pc:docMk/>
            <pc:sldMk cId="3537040577" sldId="271"/>
            <ac:spMk id="59" creationId="{3FBF03E8-C602-4192-9C52-F84B29FDCC88}"/>
          </ac:spMkLst>
        </pc:spChg>
        <pc:spChg chg="add del">
          <ac:chgData name="Sude Yılmaz" userId="9fe943f1-afa7-4ade-ae50-7efb6dc7d5a3" providerId="ADAL" clId="{D002B4D2-25AC-4B0A-8BD0-D99F88F888C8}" dt="2026-06-08T12:45:14.391" v="289"/>
          <ac:spMkLst>
            <pc:docMk/>
            <pc:sldMk cId="3537040577" sldId="271"/>
            <ac:spMk id="63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2:30:46.410" v="158" actId="26606"/>
          <ac:spMkLst>
            <pc:docMk/>
            <pc:sldMk cId="3537040577" sldId="271"/>
            <ac:spMk id="64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2:30:48.395" v="160" actId="26606"/>
          <ac:spMkLst>
            <pc:docMk/>
            <pc:sldMk cId="3537040577" sldId="271"/>
            <ac:spMk id="67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2:49:43.436" v="315" actId="26606"/>
          <ac:spMkLst>
            <pc:docMk/>
            <pc:sldMk cId="3537040577" sldId="271"/>
            <ac:spMk id="70" creationId="{04812C46-200A-4DEB-A05E-3ED6C68C2387}"/>
          </ac:spMkLst>
        </pc:spChg>
        <pc:spChg chg="add del">
          <ac:chgData name="Sude Yılmaz" userId="9fe943f1-afa7-4ade-ae50-7efb6dc7d5a3" providerId="ADAL" clId="{D002B4D2-25AC-4B0A-8BD0-D99F88F888C8}" dt="2026-06-08T12:30:51.293" v="162" actId="26606"/>
          <ac:spMkLst>
            <pc:docMk/>
            <pc:sldMk cId="3537040577" sldId="271"/>
            <ac:spMk id="71" creationId="{368B8211-0B9F-4516-8771-3316E00DB965}"/>
          </ac:spMkLst>
        </pc:spChg>
        <pc:spChg chg="add del">
          <ac:chgData name="Sude Yılmaz" userId="9fe943f1-afa7-4ade-ae50-7efb6dc7d5a3" providerId="ADAL" clId="{D002B4D2-25AC-4B0A-8BD0-D99F88F888C8}" dt="2026-06-08T12:49:43.436" v="315" actId="26606"/>
          <ac:spMkLst>
            <pc:docMk/>
            <pc:sldMk cId="3537040577" sldId="271"/>
            <ac:spMk id="74" creationId="{D1EA859B-E555-4109-94F3-6700E046E008}"/>
          </ac:spMkLst>
        </pc:spChg>
        <pc:spChg chg="add del">
          <ac:chgData name="Sude Yılmaz" userId="9fe943f1-afa7-4ade-ae50-7efb6dc7d5a3" providerId="ADAL" clId="{D002B4D2-25AC-4B0A-8BD0-D99F88F888C8}" dt="2026-06-08T12:54:11.845" v="343" actId="26606"/>
          <ac:spMkLst>
            <pc:docMk/>
            <pc:sldMk cId="3537040577" sldId="271"/>
            <ac:spMk id="75" creationId="{04812C46-200A-4DEB-A05E-3ED6C68C2387}"/>
          </ac:spMkLst>
        </pc:spChg>
        <pc:spChg chg="add del">
          <ac:chgData name="Sude Yılmaz" userId="9fe943f1-afa7-4ade-ae50-7efb6dc7d5a3" providerId="ADAL" clId="{D002B4D2-25AC-4B0A-8BD0-D99F88F888C8}" dt="2026-06-08T12:54:11.845" v="343" actId="26606"/>
          <ac:spMkLst>
            <pc:docMk/>
            <pc:sldMk cId="3537040577" sldId="271"/>
            <ac:spMk id="77" creationId="{D1EA859B-E555-4109-94F3-6700E046E008}"/>
          </ac:spMkLst>
        </pc:spChg>
        <pc:spChg chg="add del mod">
          <ac:chgData name="Sude Yılmaz" userId="9fe943f1-afa7-4ade-ae50-7efb6dc7d5a3" providerId="ADAL" clId="{D002B4D2-25AC-4B0A-8BD0-D99F88F888C8}" dt="2026-06-08T13:00:15.733" v="412" actId="478"/>
          <ac:spMkLst>
            <pc:docMk/>
            <pc:sldMk cId="3537040577" sldId="271"/>
            <ac:spMk id="80" creationId="{A0376DB9-8841-2667-37BA-4F05E08C5187}"/>
          </ac:spMkLst>
        </pc:spChg>
        <pc:spChg chg="add del">
          <ac:chgData name="Sude Yılmaz" userId="9fe943f1-afa7-4ade-ae50-7efb6dc7d5a3" providerId="ADAL" clId="{D002B4D2-25AC-4B0A-8BD0-D99F88F888C8}" dt="2026-06-08T12:53:01.018" v="339" actId="26606"/>
          <ac:spMkLst>
            <pc:docMk/>
            <pc:sldMk cId="3537040577" sldId="271"/>
            <ac:spMk id="81" creationId="{E8A8EAB8-D2FF-444D-B34B-7D32F106AD0E}"/>
          </ac:spMkLst>
        </pc:spChg>
        <pc:spChg chg="add mod ord">
          <ac:chgData name="Sude Yılmaz" userId="9fe943f1-afa7-4ade-ae50-7efb6dc7d5a3" providerId="ADAL" clId="{D002B4D2-25AC-4B0A-8BD0-D99F88F888C8}" dt="2026-06-08T13:01:22.630" v="431" actId="5793"/>
          <ac:spMkLst>
            <pc:docMk/>
            <pc:sldMk cId="3537040577" sldId="271"/>
            <ac:spMk id="84" creationId="{AFE237C2-BA53-1D9D-A83F-75B1CAB58108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3537040577" sldId="271"/>
            <ac:spMk id="92" creationId="{368B8211-0B9F-4516-8771-3316E00DB965}"/>
          </ac:spMkLst>
        </pc:spChg>
        <pc:grpChg chg="add del">
          <ac:chgData name="Sude Yılmaz" userId="9fe943f1-afa7-4ade-ae50-7efb6dc7d5a3" providerId="ADAL" clId="{D002B4D2-25AC-4B0A-8BD0-D99F88F888C8}" dt="2026-06-08T12:26:49.263" v="94" actId="26606"/>
          <ac:grpSpMkLst>
            <pc:docMk/>
            <pc:sldMk cId="3537040577" sldId="271"/>
            <ac:grpSpMk id="9" creationId="{4C48EA7D-6DFA-4BAB-B557-0D500356BE3D}"/>
          </ac:grpSpMkLst>
        </pc:grpChg>
        <pc:grpChg chg="add del">
          <ac:chgData name="Sude Yılmaz" userId="9fe943f1-afa7-4ade-ae50-7efb6dc7d5a3" providerId="ADAL" clId="{D002B4D2-25AC-4B0A-8BD0-D99F88F888C8}" dt="2026-06-08T12:26:44.768" v="90" actId="26606"/>
          <ac:grpSpMkLst>
            <pc:docMk/>
            <pc:sldMk cId="3537040577" sldId="271"/>
            <ac:grpSpMk id="14" creationId="{C269951F-7B8C-4336-BC68-9BA9843CEDA1}"/>
          </ac:grpSpMkLst>
        </pc:grpChg>
        <pc:grpChg chg="add del">
          <ac:chgData name="Sude Yılmaz" userId="9fe943f1-afa7-4ade-ae50-7efb6dc7d5a3" providerId="ADAL" clId="{D002B4D2-25AC-4B0A-8BD0-D99F88F888C8}" dt="2026-06-08T12:30:41.209" v="156" actId="26606"/>
          <ac:grpSpMkLst>
            <pc:docMk/>
            <pc:sldMk cId="3537040577" sldId="271"/>
            <ac:grpSpMk id="57" creationId="{C269951F-7B8C-4336-BC68-9BA9843CEDA1}"/>
          </ac:grpSpMkLst>
        </pc:grpChg>
        <pc:graphicFrameChg chg="add del">
          <ac:chgData name="Sude Yılmaz" userId="9fe943f1-afa7-4ade-ae50-7efb6dc7d5a3" providerId="ADAL" clId="{D002B4D2-25AC-4B0A-8BD0-D99F88F888C8}" dt="2026-06-08T12:30:46.410" v="158" actId="26606"/>
          <ac:graphicFrameMkLst>
            <pc:docMk/>
            <pc:sldMk cId="3537040577" sldId="271"/>
            <ac:graphicFrameMk id="37" creationId="{B3480B32-880E-7275-B675-CB04D7DD0E09}"/>
          </ac:graphicFrameMkLst>
        </pc:graphicFrameChg>
        <pc:graphicFrameChg chg="add del">
          <ac:chgData name="Sude Yılmaz" userId="9fe943f1-afa7-4ade-ae50-7efb6dc7d5a3" providerId="ADAL" clId="{D002B4D2-25AC-4B0A-8BD0-D99F88F888C8}" dt="2026-06-08T12:30:48.395" v="160" actId="26606"/>
          <ac:graphicFrameMkLst>
            <pc:docMk/>
            <pc:sldMk cId="3537040577" sldId="271"/>
            <ac:graphicFrameMk id="69" creationId="{90B98AD9-B158-70A5-046D-FB900A27B6DE}"/>
          </ac:graphicFrameMkLst>
        </pc:graphicFrameChg>
        <pc:graphicFrameChg chg="add del">
          <ac:chgData name="Sude Yılmaz" userId="9fe943f1-afa7-4ade-ae50-7efb6dc7d5a3" providerId="ADAL" clId="{D002B4D2-25AC-4B0A-8BD0-D99F88F888C8}" dt="2026-06-08T12:30:51.293" v="162" actId="26606"/>
          <ac:graphicFrameMkLst>
            <pc:docMk/>
            <pc:sldMk cId="3537040577" sldId="271"/>
            <ac:graphicFrameMk id="73" creationId="{DC7E06C4-1B25-B348-8685-9C70556407D0}"/>
          </ac:graphicFrameMkLst>
        </pc:graphicFrameChg>
        <pc:picChg chg="add del mod ord">
          <ac:chgData name="Sude Yılmaz" userId="9fe943f1-afa7-4ade-ae50-7efb6dc7d5a3" providerId="ADAL" clId="{D002B4D2-25AC-4B0A-8BD0-D99F88F888C8}" dt="2026-06-08T12:29:29.105" v="141" actId="22"/>
          <ac:picMkLst>
            <pc:docMk/>
            <pc:sldMk cId="3537040577" sldId="271"/>
            <ac:picMk id="5" creationId="{06053809-8576-8CD1-5A10-F65E69C43A24}"/>
          </ac:picMkLst>
        </pc:picChg>
        <pc:picChg chg="add del">
          <ac:chgData name="Sude Yılmaz" userId="9fe943f1-afa7-4ade-ae50-7efb6dc7d5a3" providerId="ADAL" clId="{D002B4D2-25AC-4B0A-8BD0-D99F88F888C8}" dt="2026-06-08T12:26:49.263" v="94" actId="26606"/>
          <ac:picMkLst>
            <pc:docMk/>
            <pc:sldMk cId="3537040577" sldId="271"/>
            <ac:picMk id="17" creationId="{BAC44D98-B853-4420-8ED4-E3792706D41A}"/>
          </ac:picMkLst>
        </pc:picChg>
        <pc:picChg chg="add del mod">
          <ac:chgData name="Sude Yılmaz" userId="9fe943f1-afa7-4ade-ae50-7efb6dc7d5a3" providerId="ADAL" clId="{D002B4D2-25AC-4B0A-8BD0-D99F88F888C8}" dt="2026-06-08T12:29:23.374" v="129" actId="22"/>
          <ac:picMkLst>
            <pc:docMk/>
            <pc:sldMk cId="3537040577" sldId="271"/>
            <ac:picMk id="19" creationId="{B95F1ECD-15AB-DA93-C976-3DF7C18A9466}"/>
          </ac:picMkLst>
        </pc:picChg>
        <pc:picChg chg="add del">
          <ac:chgData name="Sude Yılmaz" userId="9fe943f1-afa7-4ade-ae50-7efb6dc7d5a3" providerId="ADAL" clId="{D002B4D2-25AC-4B0A-8BD0-D99F88F888C8}" dt="2026-06-08T12:26:44.768" v="90" actId="26606"/>
          <ac:picMkLst>
            <pc:docMk/>
            <pc:sldMk cId="3537040577" sldId="271"/>
            <ac:picMk id="20" creationId="{DD8AF6BD-5D32-4F8F-98B6-05F8A4390CB7}"/>
          </ac:picMkLst>
        </pc:picChg>
        <pc:picChg chg="add del mod ord">
          <ac:chgData name="Sude Yılmaz" userId="9fe943f1-afa7-4ade-ae50-7efb6dc7d5a3" providerId="ADAL" clId="{D002B4D2-25AC-4B0A-8BD0-D99F88F888C8}" dt="2026-06-08T13:00:26.156" v="415" actId="478"/>
          <ac:picMkLst>
            <pc:docMk/>
            <pc:sldMk cId="3537040577" sldId="271"/>
            <ac:picMk id="28" creationId="{10167270-F989-81C2-CBA3-747B02651208}"/>
          </ac:picMkLst>
        </pc:picChg>
        <pc:picChg chg="add del">
          <ac:chgData name="Sude Yılmaz" userId="9fe943f1-afa7-4ade-ae50-7efb6dc7d5a3" providerId="ADAL" clId="{D002B4D2-25AC-4B0A-8BD0-D99F88F888C8}" dt="2026-06-08T12:30:41.209" v="156" actId="26606"/>
          <ac:picMkLst>
            <pc:docMk/>
            <pc:sldMk cId="3537040577" sldId="271"/>
            <ac:picMk id="61" creationId="{DD8AF6BD-5D32-4F8F-98B6-05F8A4390CB7}"/>
          </ac:picMkLst>
        </pc:picChg>
        <pc:picChg chg="add del mod">
          <ac:chgData name="Sude Yılmaz" userId="9fe943f1-afa7-4ade-ae50-7efb6dc7d5a3" providerId="ADAL" clId="{D002B4D2-25AC-4B0A-8BD0-D99F88F888C8}" dt="2026-06-08T12:53:02.261" v="340" actId="22"/>
          <ac:picMkLst>
            <pc:docMk/>
            <pc:sldMk cId="3537040577" sldId="271"/>
            <ac:picMk id="76" creationId="{8BA40838-4243-841F-4C06-F249D5D302B1}"/>
          </ac:picMkLst>
        </pc:picChg>
        <pc:picChg chg="add del mod">
          <ac:chgData name="Sude Yılmaz" userId="9fe943f1-afa7-4ade-ae50-7efb6dc7d5a3" providerId="ADAL" clId="{D002B4D2-25AC-4B0A-8BD0-D99F88F888C8}" dt="2026-06-08T12:51:46.518" v="330" actId="931"/>
          <ac:picMkLst>
            <pc:docMk/>
            <pc:sldMk cId="3537040577" sldId="271"/>
            <ac:picMk id="78" creationId="{88BAFCB3-D62A-1601-5574-6166361BE38C}"/>
          </ac:picMkLst>
        </pc:picChg>
        <pc:picChg chg="add mod">
          <ac:chgData name="Sude Yılmaz" userId="9fe943f1-afa7-4ade-ae50-7efb6dc7d5a3" providerId="ADAL" clId="{D002B4D2-25AC-4B0A-8BD0-D99F88F888C8}" dt="2026-06-08T13:00:46.323" v="420" actId="26606"/>
          <ac:picMkLst>
            <pc:docMk/>
            <pc:sldMk cId="3537040577" sldId="271"/>
            <ac:picMk id="87" creationId="{9FB3E701-F8D8-903A-A808-3B4B454F0360}"/>
          </ac:picMkLst>
        </pc:picChg>
        <pc:cxnChg chg="add del">
          <ac:chgData name="Sude Yılmaz" userId="9fe943f1-afa7-4ade-ae50-7efb6dc7d5a3" providerId="ADAL" clId="{D002B4D2-25AC-4B0A-8BD0-D99F88F888C8}" dt="2026-06-08T12:26:49.263" v="94" actId="26606"/>
          <ac:cxnSpMkLst>
            <pc:docMk/>
            <pc:sldMk cId="3537040577" sldId="271"/>
            <ac:cxnSpMk id="13" creationId="{5D8167BA-4647-4588-9EF8-AFA0496DC82C}"/>
          </ac:cxnSpMkLst>
        </pc:cxnChg>
        <pc:cxnChg chg="add del">
          <ac:chgData name="Sude Yılmaz" userId="9fe943f1-afa7-4ade-ae50-7efb6dc7d5a3" providerId="ADAL" clId="{D002B4D2-25AC-4B0A-8BD0-D99F88F888C8}" dt="2026-06-08T12:27:40.440" v="108" actId="26606"/>
          <ac:cxnSpMkLst>
            <pc:docMk/>
            <pc:sldMk cId="3537040577" sldId="271"/>
            <ac:cxnSpMk id="16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2:26:44.768" v="90" actId="26606"/>
          <ac:cxnSpMkLst>
            <pc:docMk/>
            <pc:sldMk cId="3537040577" sldId="271"/>
            <ac:cxnSpMk id="18" creationId="{A9087EE4-E285-4C8E-AC5F-CAE7D1FDE365}"/>
          </ac:cxnSpMkLst>
        </pc:cxnChg>
        <pc:cxnChg chg="add del">
          <ac:chgData name="Sude Yılmaz" userId="9fe943f1-afa7-4ade-ae50-7efb6dc7d5a3" providerId="ADAL" clId="{D002B4D2-25AC-4B0A-8BD0-D99F88F888C8}" dt="2026-06-08T12:26:44.768" v="90" actId="26606"/>
          <ac:cxnSpMkLst>
            <pc:docMk/>
            <pc:sldMk cId="3537040577" sldId="271"/>
            <ac:cxnSpMk id="22" creationId="{B47013E4-D33D-425E-B32E-DE7D5CB5F302}"/>
          </ac:cxnSpMkLst>
        </pc:cxnChg>
        <pc:cxnChg chg="add del">
          <ac:chgData name="Sude Yılmaz" userId="9fe943f1-afa7-4ade-ae50-7efb6dc7d5a3" providerId="ADAL" clId="{D002B4D2-25AC-4B0A-8BD0-D99F88F888C8}" dt="2026-06-08T12:26:49.263" v="94" actId="26606"/>
          <ac:cxnSpMkLst>
            <pc:docMk/>
            <pc:sldMk cId="3537040577" sldId="271"/>
            <ac:cxnSpMk id="24" creationId="{46625410-A0A9-42B8-96F9-540C7C42CBED}"/>
          </ac:cxnSpMkLst>
        </pc:cxnChg>
        <pc:cxnChg chg="add del">
          <ac:chgData name="Sude Yılmaz" userId="9fe943f1-afa7-4ade-ae50-7efb6dc7d5a3" providerId="ADAL" clId="{D002B4D2-25AC-4B0A-8BD0-D99F88F888C8}" dt="2026-06-08T12:27:37.144" v="103" actId="26606"/>
          <ac:cxnSpMkLst>
            <pc:docMk/>
            <pc:sldMk cId="3537040577" sldId="271"/>
            <ac:cxnSpMk id="29" creationId="{D33AC32D-5F44-45F7-A0BD-7C11A86BED57}"/>
          </ac:cxnSpMkLst>
        </pc:cxnChg>
        <pc:cxnChg chg="add del">
          <ac:chgData name="Sude Yılmaz" userId="9fe943f1-afa7-4ade-ae50-7efb6dc7d5a3" providerId="ADAL" clId="{D002B4D2-25AC-4B0A-8BD0-D99F88F888C8}" dt="2026-06-08T12:31:08.830" v="167" actId="26606"/>
          <ac:cxnSpMkLst>
            <pc:docMk/>
            <pc:sldMk cId="3537040577" sldId="271"/>
            <ac:cxnSpMk id="35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2:31:05.734" v="164" actId="26606"/>
          <ac:cxnSpMkLst>
            <pc:docMk/>
            <pc:sldMk cId="3537040577" sldId="271"/>
            <ac:cxnSpMk id="41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2:30:31.856" v="150" actId="26606"/>
          <ac:cxnSpMkLst>
            <pc:docMk/>
            <pc:sldMk cId="3537040577" sldId="271"/>
            <ac:cxnSpMk id="42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2:30:33.829" v="152" actId="26606"/>
          <ac:cxnSpMkLst>
            <pc:docMk/>
            <pc:sldMk cId="3537040577" sldId="271"/>
            <ac:cxnSpMk id="48" creationId="{D33AC32D-5F44-45F7-A0BD-7C11A86BED57}"/>
          </ac:cxnSpMkLst>
        </pc:cxnChg>
        <pc:cxnChg chg="add del">
          <ac:chgData name="Sude Yılmaz" userId="9fe943f1-afa7-4ade-ae50-7efb6dc7d5a3" providerId="ADAL" clId="{D002B4D2-25AC-4B0A-8BD0-D99F88F888C8}" dt="2026-06-08T12:30:35.928" v="154" actId="26606"/>
          <ac:cxnSpMkLst>
            <pc:docMk/>
            <pc:sldMk cId="3537040577" sldId="271"/>
            <ac:cxnSpMk id="53" creationId="{8E83266B-97F8-4AB9-818F-3A70E8D8580D}"/>
          </ac:cxnSpMkLst>
        </pc:cxnChg>
        <pc:cxnChg chg="add del">
          <ac:chgData name="Sude Yılmaz" userId="9fe943f1-afa7-4ade-ae50-7efb6dc7d5a3" providerId="ADAL" clId="{D002B4D2-25AC-4B0A-8BD0-D99F88F888C8}" dt="2026-06-08T12:30:41.209" v="156" actId="26606"/>
          <ac:cxnSpMkLst>
            <pc:docMk/>
            <pc:sldMk cId="3537040577" sldId="271"/>
            <ac:cxnSpMk id="60" creationId="{A9087EE4-E285-4C8E-AC5F-CAE7D1FDE365}"/>
          </ac:cxnSpMkLst>
        </pc:cxnChg>
        <pc:cxnChg chg="add del">
          <ac:chgData name="Sude Yılmaz" userId="9fe943f1-afa7-4ade-ae50-7efb6dc7d5a3" providerId="ADAL" clId="{D002B4D2-25AC-4B0A-8BD0-D99F88F888C8}" dt="2026-06-08T12:30:41.209" v="156" actId="26606"/>
          <ac:cxnSpMkLst>
            <pc:docMk/>
            <pc:sldMk cId="3537040577" sldId="271"/>
            <ac:cxnSpMk id="62" creationId="{B47013E4-D33D-425E-B32E-DE7D5CB5F302}"/>
          </ac:cxnSpMkLst>
        </pc:cxnChg>
        <pc:cxnChg chg="add del">
          <ac:chgData name="Sude Yılmaz" userId="9fe943f1-afa7-4ade-ae50-7efb6dc7d5a3" providerId="ADAL" clId="{D002B4D2-25AC-4B0A-8BD0-D99F88F888C8}" dt="2026-06-08T12:30:46.410" v="158" actId="26606"/>
          <ac:cxnSpMkLst>
            <pc:docMk/>
            <pc:sldMk cId="3537040577" sldId="271"/>
            <ac:cxnSpMk id="65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2:45:14.391" v="289"/>
          <ac:cxnSpMkLst>
            <pc:docMk/>
            <pc:sldMk cId="3537040577" sldId="271"/>
            <ac:cxnSpMk id="66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2:30:48.395" v="160" actId="26606"/>
          <ac:cxnSpMkLst>
            <pc:docMk/>
            <pc:sldMk cId="3537040577" sldId="271"/>
            <ac:cxnSpMk id="68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2:30:51.293" v="162" actId="26606"/>
          <ac:cxnSpMkLst>
            <pc:docMk/>
            <pc:sldMk cId="3537040577" sldId="271"/>
            <ac:cxnSpMk id="72" creationId="{B7582E73-8B46-4A0E-944E-58357C80883F}"/>
          </ac:cxnSpMkLst>
        </pc:cxnChg>
        <pc:cxnChg chg="add del">
          <ac:chgData name="Sude Yılmaz" userId="9fe943f1-afa7-4ade-ae50-7efb6dc7d5a3" providerId="ADAL" clId="{D002B4D2-25AC-4B0A-8BD0-D99F88F888C8}" dt="2026-06-08T12:53:01.018" v="339" actId="26606"/>
          <ac:cxnSpMkLst>
            <pc:docMk/>
            <pc:sldMk cId="3537040577" sldId="271"/>
            <ac:cxnSpMk id="83" creationId="{EEA38897-7BA3-4408-8083-3235339C4A60}"/>
          </ac:cxnSpMkLst>
        </pc:cxnChg>
        <pc:cxnChg chg="add del">
          <ac:chgData name="Sude Yılmaz" userId="9fe943f1-afa7-4ade-ae50-7efb6dc7d5a3" providerId="ADAL" clId="{D002B4D2-25AC-4B0A-8BD0-D99F88F888C8}" dt="2026-06-08T12:53:01.018" v="339" actId="26606"/>
          <ac:cxnSpMkLst>
            <pc:docMk/>
            <pc:sldMk cId="3537040577" sldId="271"/>
            <ac:cxnSpMk id="85" creationId="{F11AD06B-AB20-4097-8606-5DA00DBACE88}"/>
          </ac:cxnSpMkLst>
        </pc:cxnChg>
        <pc:cxnChg chg="add del">
          <ac:chgData name="Sude Yılmaz" userId="9fe943f1-afa7-4ade-ae50-7efb6dc7d5a3" providerId="ADAL" clId="{D002B4D2-25AC-4B0A-8BD0-D99F88F888C8}" dt="2026-06-08T19:15:58.952" v="877"/>
          <ac:cxnSpMkLst>
            <pc:docMk/>
            <pc:sldMk cId="3537040577" sldId="271"/>
            <ac:cxnSpMk id="94" creationId="{B7582E73-8B46-4A0E-944E-58357C80883F}"/>
          </ac:cxnSpMkLst>
        </pc:cxnChg>
      </pc:sldChg>
      <pc:sldChg chg="addSp delSp modSp new del mod setBg delDesignElem">
        <pc:chgData name="Sude Yılmaz" userId="9fe943f1-afa7-4ade-ae50-7efb6dc7d5a3" providerId="ADAL" clId="{D002B4D2-25AC-4B0A-8BD0-D99F88F888C8}" dt="2026-06-08T13:01:49.407" v="432" actId="47"/>
        <pc:sldMkLst>
          <pc:docMk/>
          <pc:sldMk cId="139830140" sldId="272"/>
        </pc:sldMkLst>
        <pc:spChg chg="del mod">
          <ac:chgData name="Sude Yılmaz" userId="9fe943f1-afa7-4ade-ae50-7efb6dc7d5a3" providerId="ADAL" clId="{D002B4D2-25AC-4B0A-8BD0-D99F88F888C8}" dt="2026-06-08T12:35:39.698" v="223" actId="21"/>
          <ac:spMkLst>
            <pc:docMk/>
            <pc:sldMk cId="139830140" sldId="272"/>
            <ac:spMk id="2" creationId="{C49901FA-9145-BB68-8153-1127C59509BC}"/>
          </ac:spMkLst>
        </pc:spChg>
        <pc:spChg chg="mod">
          <ac:chgData name="Sude Yılmaz" userId="9fe943f1-afa7-4ade-ae50-7efb6dc7d5a3" providerId="ADAL" clId="{D002B4D2-25AC-4B0A-8BD0-D99F88F888C8}" dt="2026-06-08T12:56:56.970" v="372" actId="27636"/>
          <ac:spMkLst>
            <pc:docMk/>
            <pc:sldMk cId="139830140" sldId="272"/>
            <ac:spMk id="3" creationId="{3C737603-BA4E-1EE3-3626-9673AB5982D6}"/>
          </ac:spMkLst>
        </pc:spChg>
        <pc:spChg chg="add del mod">
          <ac:chgData name="Sude Yılmaz" userId="9fe943f1-afa7-4ade-ae50-7efb6dc7d5a3" providerId="ADAL" clId="{D002B4D2-25AC-4B0A-8BD0-D99F88F888C8}" dt="2026-06-08T12:34:29.777" v="206"/>
          <ac:spMkLst>
            <pc:docMk/>
            <pc:sldMk cId="139830140" sldId="272"/>
            <ac:spMk id="6" creationId="{6C3868F0-7F9F-215D-4096-70D8420AE979}"/>
          </ac:spMkLst>
        </pc:spChg>
        <pc:spChg chg="add del">
          <ac:chgData name="Sude Yılmaz" userId="9fe943f1-afa7-4ade-ae50-7efb6dc7d5a3" providerId="ADAL" clId="{D002B4D2-25AC-4B0A-8BD0-D99F88F888C8}" dt="2026-06-08T12:45:14.391" v="289"/>
          <ac:spMkLst>
            <pc:docMk/>
            <pc:sldMk cId="139830140" sldId="272"/>
            <ac:spMk id="15" creationId="{368B8211-0B9F-4516-8771-3316E00DB965}"/>
          </ac:spMkLst>
        </pc:spChg>
        <pc:picChg chg="add del mod">
          <ac:chgData name="Sude Yılmaz" userId="9fe943f1-afa7-4ade-ae50-7efb6dc7d5a3" providerId="ADAL" clId="{D002B4D2-25AC-4B0A-8BD0-D99F88F888C8}" dt="2026-06-08T12:33:17.820" v="183" actId="21"/>
          <ac:picMkLst>
            <pc:docMk/>
            <pc:sldMk cId="139830140" sldId="272"/>
            <ac:picMk id="5" creationId="{6D979276-5330-A431-06C4-62B0F2AF23D3}"/>
          </ac:picMkLst>
        </pc:picChg>
        <pc:picChg chg="add del mod">
          <ac:chgData name="Sude Yılmaz" userId="9fe943f1-afa7-4ade-ae50-7efb6dc7d5a3" providerId="ADAL" clId="{D002B4D2-25AC-4B0A-8BD0-D99F88F888C8}" dt="2026-06-08T12:33:43.270" v="191" actId="478"/>
          <ac:picMkLst>
            <pc:docMk/>
            <pc:sldMk cId="139830140" sldId="272"/>
            <ac:picMk id="8" creationId="{604D0AF0-0AD9-C194-3D73-1A0D3DA4B475}"/>
          </ac:picMkLst>
        </pc:picChg>
        <pc:picChg chg="add del mod ord">
          <ac:chgData name="Sude Yılmaz" userId="9fe943f1-afa7-4ade-ae50-7efb6dc7d5a3" providerId="ADAL" clId="{D002B4D2-25AC-4B0A-8BD0-D99F88F888C8}" dt="2026-06-08T12:54:31.225" v="348" actId="478"/>
          <ac:picMkLst>
            <pc:docMk/>
            <pc:sldMk cId="139830140" sldId="272"/>
            <ac:picMk id="10" creationId="{83310BF7-353F-C328-17C5-EBBB0471F707}"/>
          </ac:picMkLst>
        </pc:picChg>
        <pc:picChg chg="add">
          <ac:chgData name="Sude Yılmaz" userId="9fe943f1-afa7-4ade-ae50-7efb6dc7d5a3" providerId="ADAL" clId="{D002B4D2-25AC-4B0A-8BD0-D99F88F888C8}" dt="2026-06-08T12:54:33.768" v="349" actId="22"/>
          <ac:picMkLst>
            <pc:docMk/>
            <pc:sldMk cId="139830140" sldId="272"/>
            <ac:picMk id="12" creationId="{1DDAD63F-FF97-F9E5-078F-254D8BC3F4EE}"/>
          </ac:picMkLst>
        </pc:picChg>
        <pc:cxnChg chg="add del">
          <ac:chgData name="Sude Yılmaz" userId="9fe943f1-afa7-4ade-ae50-7efb6dc7d5a3" providerId="ADAL" clId="{D002B4D2-25AC-4B0A-8BD0-D99F88F888C8}" dt="2026-06-08T12:45:14.391" v="289"/>
          <ac:cxnSpMkLst>
            <pc:docMk/>
            <pc:sldMk cId="139830140" sldId="272"/>
            <ac:cxnSpMk id="17" creationId="{B7582E73-8B46-4A0E-944E-58357C80883F}"/>
          </ac:cxnSpMkLst>
        </pc:cxnChg>
      </pc:sldChg>
      <pc:sldChg chg="del">
        <pc:chgData name="Sude Yılmaz" userId="9fe943f1-afa7-4ade-ae50-7efb6dc7d5a3" providerId="ADAL" clId="{D002B4D2-25AC-4B0A-8BD0-D99F88F888C8}" dt="2026-06-08T12:04:32.747" v="3" actId="2696"/>
        <pc:sldMkLst>
          <pc:docMk/>
          <pc:sldMk cId="1666297448" sldId="272"/>
        </pc:sldMkLst>
      </pc:sldChg>
      <pc:sldChg chg="addSp delSp modSp new mod setBg delDesignElem">
        <pc:chgData name="Sude Yılmaz" userId="9fe943f1-afa7-4ade-ae50-7efb6dc7d5a3" providerId="ADAL" clId="{D002B4D2-25AC-4B0A-8BD0-D99F88F888C8}" dt="2026-06-08T19:15:58.952" v="877"/>
        <pc:sldMkLst>
          <pc:docMk/>
          <pc:sldMk cId="680993133" sldId="273"/>
        </pc:sldMkLst>
        <pc:spChg chg="del">
          <ac:chgData name="Sude Yılmaz" userId="9fe943f1-afa7-4ade-ae50-7efb6dc7d5a3" providerId="ADAL" clId="{D002B4D2-25AC-4B0A-8BD0-D99F88F888C8}" dt="2026-06-08T12:55:01.433" v="351" actId="478"/>
          <ac:spMkLst>
            <pc:docMk/>
            <pc:sldMk cId="680993133" sldId="273"/>
            <ac:spMk id="2" creationId="{366B78A4-1804-113A-2E05-301C188E6E5D}"/>
          </ac:spMkLst>
        </pc:spChg>
        <pc:spChg chg="del">
          <ac:chgData name="Sude Yılmaz" userId="9fe943f1-afa7-4ade-ae50-7efb6dc7d5a3" providerId="ADAL" clId="{D002B4D2-25AC-4B0A-8BD0-D99F88F888C8}" dt="2026-06-08T12:55:03.529" v="352" actId="478"/>
          <ac:spMkLst>
            <pc:docMk/>
            <pc:sldMk cId="680993133" sldId="273"/>
            <ac:spMk id="3" creationId="{C06C1C16-1B64-B7E4-B1E3-80C474463105}"/>
          </ac:spMkLst>
        </pc:spChg>
        <pc:spChg chg="del">
          <ac:chgData name="Sude Yılmaz" userId="9fe943f1-afa7-4ade-ae50-7efb6dc7d5a3" providerId="ADAL" clId="{D002B4D2-25AC-4B0A-8BD0-D99F88F888C8}" dt="2026-06-08T12:55:05.457" v="353" actId="478"/>
          <ac:spMkLst>
            <pc:docMk/>
            <pc:sldMk cId="680993133" sldId="273"/>
            <ac:spMk id="4" creationId="{A79FCAFF-2A03-FEAE-BE95-6C27BFAFB5F6}"/>
          </ac:spMkLst>
        </pc:spChg>
        <pc:spChg chg="add mod ord">
          <ac:chgData name="Sude Yılmaz" userId="9fe943f1-afa7-4ade-ae50-7efb6dc7d5a3" providerId="ADAL" clId="{D002B4D2-25AC-4B0A-8BD0-D99F88F888C8}" dt="2026-06-08T12:58:53.227" v="392" actId="2711"/>
          <ac:spMkLst>
            <pc:docMk/>
            <pc:sldMk cId="680993133" sldId="273"/>
            <ac:spMk id="6" creationId="{178884F5-F7A1-885C-171A-4DE9C89F7959}"/>
          </ac:spMkLst>
        </pc:spChg>
        <pc:spChg chg="add del">
          <ac:chgData name="Sude Yılmaz" userId="9fe943f1-afa7-4ade-ae50-7efb6dc7d5a3" providerId="ADAL" clId="{D002B4D2-25AC-4B0A-8BD0-D99F88F888C8}" dt="2026-06-08T12:56:49.832" v="368" actId="478"/>
          <ac:spMkLst>
            <pc:docMk/>
            <pc:sldMk cId="680993133" sldId="273"/>
            <ac:spMk id="8" creationId="{FA3C43F7-6E5B-FEC5-7FA5-3528AEE1EF83}"/>
          </ac:spMkLst>
        </pc:spChg>
        <pc:spChg chg="add del mod">
          <ac:chgData name="Sude Yılmaz" userId="9fe943f1-afa7-4ade-ae50-7efb6dc7d5a3" providerId="ADAL" clId="{D002B4D2-25AC-4B0A-8BD0-D99F88F888C8}" dt="2026-06-08T12:56:46.951" v="367" actId="478"/>
          <ac:spMkLst>
            <pc:docMk/>
            <pc:sldMk cId="680993133" sldId="273"/>
            <ac:spMk id="10" creationId="{96D29CB4-C7B3-1E2E-907F-2FF316971500}"/>
          </ac:spMkLst>
        </pc:spChg>
        <pc:spChg chg="add del mod">
          <ac:chgData name="Sude Yılmaz" userId="9fe943f1-afa7-4ade-ae50-7efb6dc7d5a3" providerId="ADAL" clId="{D002B4D2-25AC-4B0A-8BD0-D99F88F888C8}" dt="2026-06-08T12:56:13.065" v="363"/>
          <ac:spMkLst>
            <pc:docMk/>
            <pc:sldMk cId="680993133" sldId="273"/>
            <ac:spMk id="11" creationId="{D8E627E0-4A76-9CE8-C08A-C4C48B920DDE}"/>
          </ac:spMkLst>
        </pc:spChg>
        <pc:spChg chg="add del mod">
          <ac:chgData name="Sude Yılmaz" userId="9fe943f1-afa7-4ade-ae50-7efb6dc7d5a3" providerId="ADAL" clId="{D002B4D2-25AC-4B0A-8BD0-D99F88F888C8}" dt="2026-06-08T12:57:19.364" v="379"/>
          <ac:spMkLst>
            <pc:docMk/>
            <pc:sldMk cId="680993133" sldId="273"/>
            <ac:spMk id="14" creationId="{275B3340-18F2-C849-63DB-164E92F02B61}"/>
          </ac:spMkLst>
        </pc:spChg>
        <pc:spChg chg="add mod">
          <ac:chgData name="Sude Yılmaz" userId="9fe943f1-afa7-4ade-ae50-7efb6dc7d5a3" providerId="ADAL" clId="{D002B4D2-25AC-4B0A-8BD0-D99F88F888C8}" dt="2026-06-08T12:59:49.450" v="408" actId="14100"/>
          <ac:spMkLst>
            <pc:docMk/>
            <pc:sldMk cId="680993133" sldId="273"/>
            <ac:spMk id="17" creationId="{375F81F3-4E6A-DE8E-EBE0-098FCD767395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680993133" sldId="273"/>
            <ac:spMk id="22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680993133" sldId="273"/>
            <ac:spMk id="30" creationId="{368B8211-0B9F-4516-8771-3316E00DB965}"/>
          </ac:spMkLst>
        </pc:spChg>
        <pc:picChg chg="add del">
          <ac:chgData name="Sude Yılmaz" userId="9fe943f1-afa7-4ade-ae50-7efb6dc7d5a3" providerId="ADAL" clId="{D002B4D2-25AC-4B0A-8BD0-D99F88F888C8}" dt="2026-06-08T12:56:42.705" v="365" actId="478"/>
          <ac:picMkLst>
            <pc:docMk/>
            <pc:sldMk cId="680993133" sldId="273"/>
            <ac:picMk id="13" creationId="{54AA5C8C-45F6-A8DE-E6F1-D203FDB88AA1}"/>
          </ac:picMkLst>
        </pc:picChg>
        <pc:picChg chg="add mod">
          <ac:chgData name="Sude Yılmaz" userId="9fe943f1-afa7-4ade-ae50-7efb6dc7d5a3" providerId="ADAL" clId="{D002B4D2-25AC-4B0A-8BD0-D99F88F888C8}" dt="2026-06-08T12:58:13.085" v="386" actId="1076"/>
          <ac:picMkLst>
            <pc:docMk/>
            <pc:sldMk cId="680993133" sldId="273"/>
            <ac:picMk id="16" creationId="{06D44D37-1A91-2726-087E-74F0692176D5}"/>
          </ac:picMkLst>
        </pc:picChg>
        <pc:picChg chg="add del">
          <ac:chgData name="Sude Yılmaz" userId="9fe943f1-afa7-4ade-ae50-7efb6dc7d5a3" providerId="ADAL" clId="{D002B4D2-25AC-4B0A-8BD0-D99F88F888C8}" dt="2026-06-08T19:15:58.952" v="877"/>
          <ac:picMkLst>
            <pc:docMk/>
            <pc:sldMk cId="680993133" sldId="273"/>
            <ac:picMk id="24" creationId="{1F5620B8-A2D8-4568-B566-F0453A0D9167}"/>
          </ac:picMkLst>
        </pc:picChg>
        <pc:cxnChg chg="add del">
          <ac:chgData name="Sude Yılmaz" userId="9fe943f1-afa7-4ade-ae50-7efb6dc7d5a3" providerId="ADAL" clId="{D002B4D2-25AC-4B0A-8BD0-D99F88F888C8}" dt="2026-06-08T19:15:58.952" v="877"/>
          <ac:cxnSpMkLst>
            <pc:docMk/>
            <pc:sldMk cId="680993133" sldId="273"/>
            <ac:cxnSpMk id="26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19:15:58.952" v="877"/>
          <ac:cxnSpMkLst>
            <pc:docMk/>
            <pc:sldMk cId="680993133" sldId="273"/>
            <ac:cxnSpMk id="28" creationId="{C9D4B225-18E9-4C5B-94D8-2ABE6D161E4A}"/>
          </ac:cxnSpMkLst>
        </pc:cxnChg>
        <pc:cxnChg chg="add del">
          <ac:chgData name="Sude Yılmaz" userId="9fe943f1-afa7-4ade-ae50-7efb6dc7d5a3" providerId="ADAL" clId="{D002B4D2-25AC-4B0A-8BD0-D99F88F888C8}" dt="2026-06-08T19:15:58.952" v="877"/>
          <ac:cxnSpMkLst>
            <pc:docMk/>
            <pc:sldMk cId="680993133" sldId="273"/>
            <ac:cxnSpMk id="32" creationId="{B7582E73-8B46-4A0E-944E-58357C80883F}"/>
          </ac:cxnSpMkLst>
        </pc:cxnChg>
      </pc:sldChg>
      <pc:sldChg chg="addSp delSp new del mod">
        <pc:chgData name="Sude Yılmaz" userId="9fe943f1-afa7-4ade-ae50-7efb6dc7d5a3" providerId="ADAL" clId="{D002B4D2-25AC-4B0A-8BD0-D99F88F888C8}" dt="2026-06-08T12:53:00.398" v="338" actId="680"/>
        <pc:sldMkLst>
          <pc:docMk/>
          <pc:sldMk cId="744161869" sldId="273"/>
        </pc:sldMkLst>
        <pc:spChg chg="add del">
          <ac:chgData name="Sude Yılmaz" userId="9fe943f1-afa7-4ade-ae50-7efb6dc7d5a3" providerId="ADAL" clId="{D002B4D2-25AC-4B0A-8BD0-D99F88F888C8}" dt="2026-06-08T12:52:59.938" v="337" actId="478"/>
          <ac:spMkLst>
            <pc:docMk/>
            <pc:sldMk cId="744161869" sldId="273"/>
            <ac:spMk id="2" creationId="{670933B3-4344-79C7-7AE5-5B2318CBE904}"/>
          </ac:spMkLst>
        </pc:spChg>
        <pc:spChg chg="add del">
          <ac:chgData name="Sude Yılmaz" userId="9fe943f1-afa7-4ade-ae50-7efb6dc7d5a3" providerId="ADAL" clId="{D002B4D2-25AC-4B0A-8BD0-D99F88F888C8}" dt="2026-06-08T12:52:59.404" v="336" actId="478"/>
          <ac:spMkLst>
            <pc:docMk/>
            <pc:sldMk cId="744161869" sldId="273"/>
            <ac:spMk id="3" creationId="{5091D9F7-C390-58FD-EC7C-AF21870FE343}"/>
          </ac:spMkLst>
        </pc:spChg>
        <pc:spChg chg="add del">
          <ac:chgData name="Sude Yılmaz" userId="9fe943f1-afa7-4ade-ae50-7efb6dc7d5a3" providerId="ADAL" clId="{D002B4D2-25AC-4B0A-8BD0-D99F88F888C8}" dt="2026-06-08T12:52:57.476" v="334" actId="22"/>
          <ac:spMkLst>
            <pc:docMk/>
            <pc:sldMk cId="744161869" sldId="273"/>
            <ac:spMk id="5" creationId="{DCE3A079-421B-2BCD-F927-6C349A674103}"/>
          </ac:spMkLst>
        </pc:spChg>
      </pc:sldChg>
      <pc:sldChg chg="new del">
        <pc:chgData name="Sude Yılmaz" userId="9fe943f1-afa7-4ade-ae50-7efb6dc7d5a3" providerId="ADAL" clId="{D002B4D2-25AC-4B0A-8BD0-D99F88F888C8}" dt="2026-06-08T12:04:30.355" v="2" actId="2696"/>
        <pc:sldMkLst>
          <pc:docMk/>
          <pc:sldMk cId="2172142899" sldId="273"/>
        </pc:sldMkLst>
      </pc:sldChg>
      <pc:sldChg chg="addSp delSp modSp new add del mod">
        <pc:chgData name="Sude Yılmaz" userId="9fe943f1-afa7-4ade-ae50-7efb6dc7d5a3" providerId="ADAL" clId="{D002B4D2-25AC-4B0A-8BD0-D99F88F888C8}" dt="2026-06-08T12:49:53.936" v="320" actId="2696"/>
        <pc:sldMkLst>
          <pc:docMk/>
          <pc:sldMk cId="3846372112" sldId="273"/>
        </pc:sldMkLst>
        <pc:spChg chg="del">
          <ac:chgData name="Sude Yılmaz" userId="9fe943f1-afa7-4ade-ae50-7efb6dc7d5a3" providerId="ADAL" clId="{D002B4D2-25AC-4B0A-8BD0-D99F88F888C8}" dt="2026-06-08T12:44:23.556" v="277" actId="478"/>
          <ac:spMkLst>
            <pc:docMk/>
            <pc:sldMk cId="3846372112" sldId="273"/>
            <ac:spMk id="2" creationId="{9230A7BE-F8E8-7F59-5C0F-9FCFBCB51737}"/>
          </ac:spMkLst>
        </pc:spChg>
        <pc:spChg chg="del">
          <ac:chgData name="Sude Yılmaz" userId="9fe943f1-afa7-4ade-ae50-7efb6dc7d5a3" providerId="ADAL" clId="{D002B4D2-25AC-4B0A-8BD0-D99F88F888C8}" dt="2026-06-08T12:43:42.276" v="275" actId="22"/>
          <ac:spMkLst>
            <pc:docMk/>
            <pc:sldMk cId="3846372112" sldId="273"/>
            <ac:spMk id="3" creationId="{581FE60B-C020-12E1-8FA4-95403E5B54D5}"/>
          </ac:spMkLst>
        </pc:spChg>
        <pc:spChg chg="add del mod">
          <ac:chgData name="Sude Yılmaz" userId="9fe943f1-afa7-4ade-ae50-7efb6dc7d5a3" providerId="ADAL" clId="{D002B4D2-25AC-4B0A-8BD0-D99F88F888C8}" dt="2026-06-08T12:44:25.555" v="278" actId="478"/>
          <ac:spMkLst>
            <pc:docMk/>
            <pc:sldMk cId="3846372112" sldId="273"/>
            <ac:spMk id="7" creationId="{D4C7B4EA-F7F5-304F-F8BB-86B8D4B98269}"/>
          </ac:spMkLst>
        </pc:spChg>
        <pc:picChg chg="add del mod ord">
          <ac:chgData name="Sude Yılmaz" userId="9fe943f1-afa7-4ade-ae50-7efb6dc7d5a3" providerId="ADAL" clId="{D002B4D2-25AC-4B0A-8BD0-D99F88F888C8}" dt="2026-06-08T12:43:44.312" v="276" actId="478"/>
          <ac:picMkLst>
            <pc:docMk/>
            <pc:sldMk cId="3846372112" sldId="273"/>
            <ac:picMk id="5" creationId="{EBF9E710-9979-E3FC-7657-AB5DA515679C}"/>
          </ac:picMkLst>
        </pc:picChg>
        <pc:picChg chg="add del mod">
          <ac:chgData name="Sude Yılmaz" userId="9fe943f1-afa7-4ade-ae50-7efb6dc7d5a3" providerId="ADAL" clId="{D002B4D2-25AC-4B0A-8BD0-D99F88F888C8}" dt="2026-06-08T12:44:45.019" v="281" actId="478"/>
          <ac:picMkLst>
            <pc:docMk/>
            <pc:sldMk cId="3846372112" sldId="273"/>
            <ac:picMk id="9" creationId="{0F6B0830-F589-19FD-81EC-589D90B3C8CE}"/>
          </ac:picMkLst>
        </pc:picChg>
        <pc:picChg chg="add del mod">
          <ac:chgData name="Sude Yılmaz" userId="9fe943f1-afa7-4ade-ae50-7efb6dc7d5a3" providerId="ADAL" clId="{D002B4D2-25AC-4B0A-8BD0-D99F88F888C8}" dt="2026-06-08T12:45:10.571" v="286" actId="478"/>
          <ac:picMkLst>
            <pc:docMk/>
            <pc:sldMk cId="3846372112" sldId="273"/>
            <ac:picMk id="11" creationId="{91AF179F-D622-9062-E0EF-05A2AB764296}"/>
          </ac:picMkLst>
        </pc:picChg>
        <pc:picChg chg="add">
          <ac:chgData name="Sude Yılmaz" userId="9fe943f1-afa7-4ade-ae50-7efb6dc7d5a3" providerId="ADAL" clId="{D002B4D2-25AC-4B0A-8BD0-D99F88F888C8}" dt="2026-06-08T12:45:31.653" v="292" actId="22"/>
          <ac:picMkLst>
            <pc:docMk/>
            <pc:sldMk cId="3846372112" sldId="273"/>
            <ac:picMk id="13" creationId="{911D2381-7434-7703-2FB3-E640071AF9DD}"/>
          </ac:picMkLst>
        </pc:picChg>
        <pc:picChg chg="add mod">
          <ac:chgData name="Sude Yılmaz" userId="9fe943f1-afa7-4ade-ae50-7efb6dc7d5a3" providerId="ADAL" clId="{D002B4D2-25AC-4B0A-8BD0-D99F88F888C8}" dt="2026-06-08T12:46:03.841" v="297" actId="1076"/>
          <ac:picMkLst>
            <pc:docMk/>
            <pc:sldMk cId="3846372112" sldId="273"/>
            <ac:picMk id="15" creationId="{722001B8-B8FA-7516-5080-7C31B5E19E02}"/>
          </ac:picMkLst>
        </pc:picChg>
        <pc:picChg chg="add mod">
          <ac:chgData name="Sude Yılmaz" userId="9fe943f1-afa7-4ade-ae50-7efb6dc7d5a3" providerId="ADAL" clId="{D002B4D2-25AC-4B0A-8BD0-D99F88F888C8}" dt="2026-06-08T12:46:35.437" v="302" actId="1076"/>
          <ac:picMkLst>
            <pc:docMk/>
            <pc:sldMk cId="3846372112" sldId="273"/>
            <ac:picMk id="17" creationId="{4E19DAC5-7CD2-B7D4-9F31-FAF3E2866956}"/>
          </ac:picMkLst>
        </pc:picChg>
        <pc:picChg chg="add mod">
          <ac:chgData name="Sude Yılmaz" userId="9fe943f1-afa7-4ade-ae50-7efb6dc7d5a3" providerId="ADAL" clId="{D002B4D2-25AC-4B0A-8BD0-D99F88F888C8}" dt="2026-06-08T12:46:33.781" v="301" actId="1076"/>
          <ac:picMkLst>
            <pc:docMk/>
            <pc:sldMk cId="3846372112" sldId="273"/>
            <ac:picMk id="19" creationId="{FA84565D-CAFB-1EB2-24C3-3C4E8AC86586}"/>
          </ac:picMkLst>
        </pc:picChg>
        <pc:picChg chg="add mod">
          <ac:chgData name="Sude Yılmaz" userId="9fe943f1-afa7-4ade-ae50-7efb6dc7d5a3" providerId="ADAL" clId="{D002B4D2-25AC-4B0A-8BD0-D99F88F888C8}" dt="2026-06-08T12:46:49.133" v="304" actId="1076"/>
          <ac:picMkLst>
            <pc:docMk/>
            <pc:sldMk cId="3846372112" sldId="273"/>
            <ac:picMk id="21" creationId="{FF170B69-A6EA-9CD4-F37D-765423B5E1F0}"/>
          </ac:picMkLst>
        </pc:picChg>
      </pc:sldChg>
      <pc:sldChg chg="addSp delSp modSp new mod ord">
        <pc:chgData name="Sude Yılmaz" userId="9fe943f1-afa7-4ade-ae50-7efb6dc7d5a3" providerId="ADAL" clId="{D002B4D2-25AC-4B0A-8BD0-D99F88F888C8}" dt="2026-06-08T21:26:03.912" v="1994"/>
        <pc:sldMkLst>
          <pc:docMk/>
          <pc:sldMk cId="4283754581" sldId="274"/>
        </pc:sldMkLst>
        <pc:spChg chg="del mod">
          <ac:chgData name="Sude Yılmaz" userId="9fe943f1-afa7-4ade-ae50-7efb6dc7d5a3" providerId="ADAL" clId="{D002B4D2-25AC-4B0A-8BD0-D99F88F888C8}" dt="2026-06-08T13:26:01.339" v="483" actId="478"/>
          <ac:spMkLst>
            <pc:docMk/>
            <pc:sldMk cId="4283754581" sldId="274"/>
            <ac:spMk id="2" creationId="{4A36BC9A-E14B-C724-BF6D-01F1959FF80D}"/>
          </ac:spMkLst>
        </pc:spChg>
        <pc:spChg chg="mod">
          <ac:chgData name="Sude Yılmaz" userId="9fe943f1-afa7-4ade-ae50-7efb6dc7d5a3" providerId="ADAL" clId="{D002B4D2-25AC-4B0A-8BD0-D99F88F888C8}" dt="2026-06-08T21:26:03.912" v="1994"/>
          <ac:spMkLst>
            <pc:docMk/>
            <pc:sldMk cId="4283754581" sldId="274"/>
            <ac:spMk id="3" creationId="{07F5E804-9365-A610-F091-9D62DC36B333}"/>
          </ac:spMkLst>
        </pc:spChg>
        <pc:spChg chg="mod">
          <ac:chgData name="Sude Yılmaz" userId="9fe943f1-afa7-4ade-ae50-7efb6dc7d5a3" providerId="ADAL" clId="{D002B4D2-25AC-4B0A-8BD0-D99F88F888C8}" dt="2026-06-08T21:26:03.912" v="1994"/>
          <ac:spMkLst>
            <pc:docMk/>
            <pc:sldMk cId="4283754581" sldId="274"/>
            <ac:spMk id="4" creationId="{F34B6F86-05C4-1446-8DA9-892F52D4EBA5}"/>
          </ac:spMkLst>
        </pc:spChg>
        <pc:spChg chg="add del mod">
          <ac:chgData name="Sude Yılmaz" userId="9fe943f1-afa7-4ade-ae50-7efb6dc7d5a3" providerId="ADAL" clId="{D002B4D2-25AC-4B0A-8BD0-D99F88F888C8}" dt="2026-06-08T13:26:09.269" v="485" actId="478"/>
          <ac:spMkLst>
            <pc:docMk/>
            <pc:sldMk cId="4283754581" sldId="274"/>
            <ac:spMk id="8" creationId="{10455E1D-2876-7155-874B-6F356452452B}"/>
          </ac:spMkLst>
        </pc:spChg>
        <pc:picChg chg="add mod">
          <ac:chgData name="Sude Yılmaz" userId="9fe943f1-afa7-4ade-ae50-7efb6dc7d5a3" providerId="ADAL" clId="{D002B4D2-25AC-4B0A-8BD0-D99F88F888C8}" dt="2026-06-08T13:26:29.920" v="493" actId="14100"/>
          <ac:picMkLst>
            <pc:docMk/>
            <pc:sldMk cId="4283754581" sldId="274"/>
            <ac:picMk id="6" creationId="{2647FA44-E4C5-474D-F3C5-5C82462D9F96}"/>
          </ac:picMkLst>
        </pc:picChg>
      </pc:sldChg>
      <pc:sldChg chg="addSp delSp modSp new mod setBg setClrOvrMap delDesignElem">
        <pc:chgData name="Sude Yılmaz" userId="9fe943f1-afa7-4ade-ae50-7efb6dc7d5a3" providerId="ADAL" clId="{D002B4D2-25AC-4B0A-8BD0-D99F88F888C8}" dt="2026-06-08T19:15:58.952" v="877"/>
        <pc:sldMkLst>
          <pc:docMk/>
          <pc:sldMk cId="429934162" sldId="275"/>
        </pc:sldMkLst>
        <pc:spChg chg="del">
          <ac:chgData name="Sude Yılmaz" userId="9fe943f1-afa7-4ade-ae50-7efb6dc7d5a3" providerId="ADAL" clId="{D002B4D2-25AC-4B0A-8BD0-D99F88F888C8}" dt="2026-06-08T14:13:25.676" v="649" actId="478"/>
          <ac:spMkLst>
            <pc:docMk/>
            <pc:sldMk cId="429934162" sldId="275"/>
            <ac:spMk id="2" creationId="{64BEBB39-0F33-8F49-287F-514664103C1B}"/>
          </ac:spMkLst>
        </pc:spChg>
        <pc:spChg chg="del">
          <ac:chgData name="Sude Yılmaz" userId="9fe943f1-afa7-4ade-ae50-7efb6dc7d5a3" providerId="ADAL" clId="{D002B4D2-25AC-4B0A-8BD0-D99F88F888C8}" dt="2026-06-08T14:13:27.428" v="650" actId="478"/>
          <ac:spMkLst>
            <pc:docMk/>
            <pc:sldMk cId="429934162" sldId="275"/>
            <ac:spMk id="3" creationId="{A9010F73-7280-C705-3E15-6AF6D6BC6987}"/>
          </ac:spMkLst>
        </pc:spChg>
        <pc:spChg chg="del">
          <ac:chgData name="Sude Yılmaz" userId="9fe943f1-afa7-4ade-ae50-7efb6dc7d5a3" providerId="ADAL" clId="{D002B4D2-25AC-4B0A-8BD0-D99F88F888C8}" dt="2026-06-08T14:13:28.685" v="651" actId="478"/>
          <ac:spMkLst>
            <pc:docMk/>
            <pc:sldMk cId="429934162" sldId="275"/>
            <ac:spMk id="4" creationId="{21BC6CBA-4B10-393D-9486-75F6F020DAFF}"/>
          </ac:spMkLst>
        </pc:spChg>
        <pc:spChg chg="add mod ord">
          <ac:chgData name="Sude Yılmaz" userId="9fe943f1-afa7-4ade-ae50-7efb6dc7d5a3" providerId="ADAL" clId="{D002B4D2-25AC-4B0A-8BD0-D99F88F888C8}" dt="2026-06-08T18:25:06.366" v="862" actId="113"/>
          <ac:spMkLst>
            <pc:docMk/>
            <pc:sldMk cId="429934162" sldId="275"/>
            <ac:spMk id="6" creationId="{F3EE4BAD-16BE-02D8-6D66-D7EAAA7C8BAD}"/>
          </ac:spMkLst>
        </pc:spChg>
        <pc:spChg chg="add mod">
          <ac:chgData name="Sude Yılmaz" userId="9fe943f1-afa7-4ade-ae50-7efb6dc7d5a3" providerId="ADAL" clId="{D002B4D2-25AC-4B0A-8BD0-D99F88F888C8}" dt="2026-06-08T14:17:02.770" v="736" actId="20577"/>
          <ac:spMkLst>
            <pc:docMk/>
            <pc:sldMk cId="429934162" sldId="275"/>
            <ac:spMk id="9" creationId="{40D8422B-F2AF-64A3-FA6D-FB4DEE3ABD37}"/>
          </ac:spMkLst>
        </pc:spChg>
        <pc:spChg chg="add mod">
          <ac:chgData name="Sude Yılmaz" userId="9fe943f1-afa7-4ade-ae50-7efb6dc7d5a3" providerId="ADAL" clId="{D002B4D2-25AC-4B0A-8BD0-D99F88F888C8}" dt="2026-06-08T18:26:12.765" v="869" actId="20577"/>
          <ac:spMkLst>
            <pc:docMk/>
            <pc:sldMk cId="429934162" sldId="275"/>
            <ac:spMk id="10" creationId="{D93F2D05-20BB-AB97-EB3B-648C5B44513C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429934162" sldId="275"/>
            <ac:spMk id="13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429934162" sldId="275"/>
            <ac:spMk id="21" creationId="{C6870151-9189-4C3A-8379-EF3D95827A0A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429934162" sldId="275"/>
            <ac:spMk id="23" creationId="{123EA69C-102A-4DD0-9547-05DCD271D159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429934162" sldId="275"/>
            <ac:spMk id="25" creationId="{6A862265-5CA3-4C40-8582-7534C3B03C2A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429934162" sldId="275"/>
            <ac:spMk id="27" creationId="{600EF80B-0391-4082-9AF5-F15B091B4CE9}"/>
          </ac:spMkLst>
        </pc:spChg>
        <pc:spChg chg="add del">
          <ac:chgData name="Sude Yılmaz" userId="9fe943f1-afa7-4ade-ae50-7efb6dc7d5a3" providerId="ADAL" clId="{D002B4D2-25AC-4B0A-8BD0-D99F88F888C8}" dt="2026-06-08T19:15:58.952" v="877"/>
          <ac:spMkLst>
            <pc:docMk/>
            <pc:sldMk cId="429934162" sldId="275"/>
            <ac:spMk id="31" creationId="{3FBF03E8-C602-4192-9C52-F84B29FDCC88}"/>
          </ac:spMkLst>
        </pc:spChg>
        <pc:picChg chg="add mod">
          <ac:chgData name="Sude Yılmaz" userId="9fe943f1-afa7-4ade-ae50-7efb6dc7d5a3" providerId="ADAL" clId="{D002B4D2-25AC-4B0A-8BD0-D99F88F888C8}" dt="2026-06-08T14:19:07.652" v="750" actId="1076"/>
          <ac:picMkLst>
            <pc:docMk/>
            <pc:sldMk cId="429934162" sldId="275"/>
            <ac:picMk id="8" creationId="{CB9286A5-CDE3-D5B7-9E22-416BEF960702}"/>
          </ac:picMkLst>
        </pc:picChg>
        <pc:picChg chg="add del">
          <ac:chgData name="Sude Yılmaz" userId="9fe943f1-afa7-4ade-ae50-7efb6dc7d5a3" providerId="ADAL" clId="{D002B4D2-25AC-4B0A-8BD0-D99F88F888C8}" dt="2026-06-08T19:15:58.952" v="877"/>
          <ac:picMkLst>
            <pc:docMk/>
            <pc:sldMk cId="429934162" sldId="275"/>
            <ac:picMk id="15" creationId="{1F5620B8-A2D8-4568-B566-F0453A0D9167}"/>
          </ac:picMkLst>
        </pc:picChg>
        <pc:cxnChg chg="add del">
          <ac:chgData name="Sude Yılmaz" userId="9fe943f1-afa7-4ade-ae50-7efb6dc7d5a3" providerId="ADAL" clId="{D002B4D2-25AC-4B0A-8BD0-D99F88F888C8}" dt="2026-06-08T19:15:58.952" v="877"/>
          <ac:cxnSpMkLst>
            <pc:docMk/>
            <pc:sldMk cId="429934162" sldId="275"/>
            <ac:cxnSpMk id="17" creationId="{1C7D2BA4-4B7A-4596-8BCC-5CF715423894}"/>
          </ac:cxnSpMkLst>
        </pc:cxnChg>
        <pc:cxnChg chg="del">
          <ac:chgData name="Sude Yılmaz" userId="9fe943f1-afa7-4ade-ae50-7efb6dc7d5a3" providerId="ADAL" clId="{D002B4D2-25AC-4B0A-8BD0-D99F88F888C8}" dt="2026-06-08T19:15:58.952" v="877"/>
          <ac:cxnSpMkLst>
            <pc:docMk/>
            <pc:sldMk cId="429934162" sldId="275"/>
            <ac:cxnSpMk id="19" creationId="{C9D4B225-18E9-4C5B-94D8-2ABE6D161E4A}"/>
          </ac:cxnSpMkLst>
        </pc:cxnChg>
        <pc:cxnChg chg="del">
          <ac:chgData name="Sude Yılmaz" userId="9fe943f1-afa7-4ade-ae50-7efb6dc7d5a3" providerId="ADAL" clId="{D002B4D2-25AC-4B0A-8BD0-D99F88F888C8}" dt="2026-06-08T19:15:58.952" v="877"/>
          <ac:cxnSpMkLst>
            <pc:docMk/>
            <pc:sldMk cId="429934162" sldId="275"/>
            <ac:cxnSpMk id="29" creationId="{D33AC32D-5F44-45F7-A0BD-7C11A86BED57}"/>
          </ac:cxnSpMkLst>
        </pc:cxnChg>
      </pc:sldChg>
      <pc:sldChg chg="addSp delSp modSp new mod setBg modClrScheme delDesignElem chgLayout">
        <pc:chgData name="Sude Yılmaz" userId="9fe943f1-afa7-4ade-ae50-7efb6dc7d5a3" providerId="ADAL" clId="{D002B4D2-25AC-4B0A-8BD0-D99F88F888C8}" dt="2026-06-08T21:22:59.687" v="1960"/>
        <pc:sldMkLst>
          <pc:docMk/>
          <pc:sldMk cId="1202482216" sldId="276"/>
        </pc:sldMkLst>
        <pc:spChg chg="del">
          <ac:chgData name="Sude Yılmaz" userId="9fe943f1-afa7-4ade-ae50-7efb6dc7d5a3" providerId="ADAL" clId="{D002B4D2-25AC-4B0A-8BD0-D99F88F888C8}" dt="2026-06-08T19:15:50.126" v="872" actId="478"/>
          <ac:spMkLst>
            <pc:docMk/>
            <pc:sldMk cId="1202482216" sldId="276"/>
            <ac:spMk id="2" creationId="{4559364F-C753-21FC-E0D3-3D7754881323}"/>
          </ac:spMkLst>
        </pc:spChg>
        <pc:spChg chg="del">
          <ac:chgData name="Sude Yılmaz" userId="9fe943f1-afa7-4ade-ae50-7efb6dc7d5a3" providerId="ADAL" clId="{D002B4D2-25AC-4B0A-8BD0-D99F88F888C8}" dt="2026-06-08T19:15:43.503" v="870" actId="478"/>
          <ac:spMkLst>
            <pc:docMk/>
            <pc:sldMk cId="1202482216" sldId="276"/>
            <ac:spMk id="3" creationId="{9BA5930C-FD90-675F-FB48-45AA323DF618}"/>
          </ac:spMkLst>
        </pc:spChg>
        <pc:spChg chg="del">
          <ac:chgData name="Sude Yılmaz" userId="9fe943f1-afa7-4ade-ae50-7efb6dc7d5a3" providerId="ADAL" clId="{D002B4D2-25AC-4B0A-8BD0-D99F88F888C8}" dt="2026-06-08T19:15:45.038" v="871" actId="478"/>
          <ac:spMkLst>
            <pc:docMk/>
            <pc:sldMk cId="1202482216" sldId="276"/>
            <ac:spMk id="4" creationId="{32F978EF-EEE7-F0E7-5FB3-C408D5739D78}"/>
          </ac:spMkLst>
        </pc:spChg>
        <pc:spChg chg="add del mod">
          <ac:chgData name="Sude Yılmaz" userId="9fe943f1-afa7-4ade-ae50-7efb6dc7d5a3" providerId="ADAL" clId="{D002B4D2-25AC-4B0A-8BD0-D99F88F888C8}" dt="2026-06-08T19:17:54.013" v="882"/>
          <ac:spMkLst>
            <pc:docMk/>
            <pc:sldMk cId="1202482216" sldId="276"/>
            <ac:spMk id="7" creationId="{592770B2-4578-9B1A-B06D-122245C19BA2}"/>
          </ac:spMkLst>
        </pc:spChg>
        <pc:spChg chg="add del mod ord">
          <ac:chgData name="Sude Yılmaz" userId="9fe943f1-afa7-4ade-ae50-7efb6dc7d5a3" providerId="ADAL" clId="{D002B4D2-25AC-4B0A-8BD0-D99F88F888C8}" dt="2026-06-08T19:24:01.187" v="964" actId="26606"/>
          <ac:spMkLst>
            <pc:docMk/>
            <pc:sldMk cId="1202482216" sldId="276"/>
            <ac:spMk id="8" creationId="{1081DA16-0425-225A-2499-FAD33502BE8C}"/>
          </ac:spMkLst>
        </pc:spChg>
        <pc:spChg chg="add del mod">
          <ac:chgData name="Sude Yılmaz" userId="9fe943f1-afa7-4ade-ae50-7efb6dc7d5a3" providerId="ADAL" clId="{D002B4D2-25AC-4B0A-8BD0-D99F88F888C8}" dt="2026-06-08T19:22:34.879" v="949" actId="478"/>
          <ac:spMkLst>
            <pc:docMk/>
            <pc:sldMk cId="1202482216" sldId="276"/>
            <ac:spMk id="9" creationId="{53C92B7F-ABC4-C204-FD2F-C5E2A1F135EC}"/>
          </ac:spMkLst>
        </pc:spChg>
        <pc:spChg chg="add mod">
          <ac:chgData name="Sude Yılmaz" userId="9fe943f1-afa7-4ade-ae50-7efb6dc7d5a3" providerId="ADAL" clId="{D002B4D2-25AC-4B0A-8BD0-D99F88F888C8}" dt="2026-06-08T19:22:18.798" v="941" actId="20577"/>
          <ac:spMkLst>
            <pc:docMk/>
            <pc:sldMk cId="1202482216" sldId="276"/>
            <ac:spMk id="10" creationId="{310FFBCB-3F6D-8C1C-F564-2445E7D8650A}"/>
          </ac:spMkLst>
        </pc:spChg>
        <pc:spChg chg="add del mod ord">
          <ac:chgData name="Sude Yılmaz" userId="9fe943f1-afa7-4ade-ae50-7efb6dc7d5a3" providerId="ADAL" clId="{D002B4D2-25AC-4B0A-8BD0-D99F88F888C8}" dt="2026-06-08T19:52:44.780" v="1139" actId="478"/>
          <ac:spMkLst>
            <pc:docMk/>
            <pc:sldMk cId="1202482216" sldId="276"/>
            <ac:spMk id="13" creationId="{29CF0B71-5F95-85F7-8043-DD1224AA4BDD}"/>
          </ac:spMkLst>
        </pc:spChg>
        <pc:spChg chg="add del">
          <ac:chgData name="Sude Yılmaz" userId="9fe943f1-afa7-4ade-ae50-7efb6dc7d5a3" providerId="ADAL" clId="{D002B4D2-25AC-4B0A-8BD0-D99F88F888C8}" dt="2026-06-08T19:49:15.857" v="1116" actId="26606"/>
          <ac:spMkLst>
            <pc:docMk/>
            <pc:sldMk cId="1202482216" sldId="276"/>
            <ac:spMk id="19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9:23:40.358" v="957" actId="26606"/>
          <ac:spMkLst>
            <pc:docMk/>
            <pc:sldMk cId="1202482216" sldId="276"/>
            <ac:spMk id="20" creationId="{21A75659-5A6F-4F77-9679-678A00B9D8DC}"/>
          </ac:spMkLst>
        </pc:spChg>
        <pc:spChg chg="add del">
          <ac:chgData name="Sude Yılmaz" userId="9fe943f1-afa7-4ade-ae50-7efb6dc7d5a3" providerId="ADAL" clId="{D002B4D2-25AC-4B0A-8BD0-D99F88F888C8}" dt="2026-06-08T19:23:40.358" v="957" actId="26606"/>
          <ac:spMkLst>
            <pc:docMk/>
            <pc:sldMk cId="1202482216" sldId="276"/>
            <ac:spMk id="22" creationId="{E30A3A45-140E-431E-AED0-07EF836310B3}"/>
          </ac:spMkLst>
        </pc:spChg>
        <pc:spChg chg="add del">
          <ac:chgData name="Sude Yılmaz" userId="9fe943f1-afa7-4ade-ae50-7efb6dc7d5a3" providerId="ADAL" clId="{D002B4D2-25AC-4B0A-8BD0-D99F88F888C8}" dt="2026-06-08T19:23:40.358" v="957" actId="26606"/>
          <ac:spMkLst>
            <pc:docMk/>
            <pc:sldMk cId="1202482216" sldId="276"/>
            <ac:spMk id="24" creationId="{55D4142C-5077-457F-A6AD-3FECFDB39685}"/>
          </ac:spMkLst>
        </pc:spChg>
        <pc:spChg chg="add del">
          <ac:chgData name="Sude Yılmaz" userId="9fe943f1-afa7-4ade-ae50-7efb6dc7d5a3" providerId="ADAL" clId="{D002B4D2-25AC-4B0A-8BD0-D99F88F888C8}" dt="2026-06-08T19:23:40.358" v="957" actId="26606"/>
          <ac:spMkLst>
            <pc:docMk/>
            <pc:sldMk cId="1202482216" sldId="276"/>
            <ac:spMk id="26" creationId="{7A5F0580-5EE9-419F-96EE-B6529EF6E7D0}"/>
          </ac:spMkLst>
        </pc:spChg>
        <pc:spChg chg="add del">
          <ac:chgData name="Sude Yılmaz" userId="9fe943f1-afa7-4ade-ae50-7efb6dc7d5a3" providerId="ADAL" clId="{D002B4D2-25AC-4B0A-8BD0-D99F88F888C8}" dt="2026-06-08T19:49:15.857" v="1116" actId="26606"/>
          <ac:spMkLst>
            <pc:docMk/>
            <pc:sldMk cId="1202482216" sldId="276"/>
            <ac:spMk id="27" creationId="{7BEFDA1A-2A01-4C29-A5D0-AE6F050D07DF}"/>
          </ac:spMkLst>
        </pc:spChg>
        <pc:spChg chg="add del">
          <ac:chgData name="Sude Yılmaz" userId="9fe943f1-afa7-4ade-ae50-7efb6dc7d5a3" providerId="ADAL" clId="{D002B4D2-25AC-4B0A-8BD0-D99F88F888C8}" dt="2026-06-08T19:23:42.060" v="959" actId="26606"/>
          <ac:spMkLst>
            <pc:docMk/>
            <pc:sldMk cId="1202482216" sldId="276"/>
            <ac:spMk id="28" creationId="{1BF4DD63-CE83-4A2A-994E-8598C22E6FCF}"/>
          </ac:spMkLst>
        </pc:spChg>
        <pc:spChg chg="add del">
          <ac:chgData name="Sude Yılmaz" userId="9fe943f1-afa7-4ade-ae50-7efb6dc7d5a3" providerId="ADAL" clId="{D002B4D2-25AC-4B0A-8BD0-D99F88F888C8}" dt="2026-06-08T19:23:42.060" v="959" actId="26606"/>
          <ac:spMkLst>
            <pc:docMk/>
            <pc:sldMk cId="1202482216" sldId="276"/>
            <ac:spMk id="29" creationId="{127393A7-D6DA-410B-8699-AA56B57BF7BA}"/>
          </ac:spMkLst>
        </pc:spChg>
        <pc:spChg chg="add del">
          <ac:chgData name="Sude Yılmaz" userId="9fe943f1-afa7-4ade-ae50-7efb6dc7d5a3" providerId="ADAL" clId="{D002B4D2-25AC-4B0A-8BD0-D99F88F888C8}" dt="2026-06-08T19:23:42.060" v="959" actId="26606"/>
          <ac:spMkLst>
            <pc:docMk/>
            <pc:sldMk cId="1202482216" sldId="276"/>
            <ac:spMk id="30" creationId="{8EC44C88-69E3-42EE-86E8-9B45F712B769}"/>
          </ac:spMkLst>
        </pc:spChg>
        <pc:spChg chg="add del">
          <ac:chgData name="Sude Yılmaz" userId="9fe943f1-afa7-4ade-ae50-7efb6dc7d5a3" providerId="ADAL" clId="{D002B4D2-25AC-4B0A-8BD0-D99F88F888C8}" dt="2026-06-08T19:49:15.857" v="1116" actId="26606"/>
          <ac:spMkLst>
            <pc:docMk/>
            <pc:sldMk cId="1202482216" sldId="276"/>
            <ac:spMk id="31" creationId="{279D3810-B86F-4009-84EC-DE0FEABD6FCE}"/>
          </ac:spMkLst>
        </pc:spChg>
        <pc:spChg chg="add del">
          <ac:chgData name="Sude Yılmaz" userId="9fe943f1-afa7-4ade-ae50-7efb6dc7d5a3" providerId="ADAL" clId="{D002B4D2-25AC-4B0A-8BD0-D99F88F888C8}" dt="2026-06-08T19:23:47.322" v="961" actId="26606"/>
          <ac:spMkLst>
            <pc:docMk/>
            <pc:sldMk cId="1202482216" sldId="276"/>
            <ac:spMk id="32" creationId="{D009D6D5-DAC2-4A8B-A17A-E206B9012D09}"/>
          </ac:spMkLst>
        </pc:spChg>
        <pc:spChg chg="add del">
          <ac:chgData name="Sude Yılmaz" userId="9fe943f1-afa7-4ade-ae50-7efb6dc7d5a3" providerId="ADAL" clId="{D002B4D2-25AC-4B0A-8BD0-D99F88F888C8}" dt="2026-06-08T19:24:01.177" v="963" actId="26606"/>
          <ac:spMkLst>
            <pc:docMk/>
            <pc:sldMk cId="1202482216" sldId="276"/>
            <ac:spMk id="34" creationId="{04812C46-200A-4DEB-A05E-3ED6C68C2387}"/>
          </ac:spMkLst>
        </pc:spChg>
        <pc:spChg chg="add del">
          <ac:chgData name="Sude Yılmaz" userId="9fe943f1-afa7-4ade-ae50-7efb6dc7d5a3" providerId="ADAL" clId="{D002B4D2-25AC-4B0A-8BD0-D99F88F888C8}" dt="2026-06-08T19:24:01.177" v="963" actId="26606"/>
          <ac:spMkLst>
            <pc:docMk/>
            <pc:sldMk cId="1202482216" sldId="276"/>
            <ac:spMk id="35" creationId="{D1EA859B-E555-4109-94F3-6700E046E008}"/>
          </ac:spMkLst>
        </pc:spChg>
        <pc:spChg chg="add del">
          <ac:chgData name="Sude Yılmaz" userId="9fe943f1-afa7-4ade-ae50-7efb6dc7d5a3" providerId="ADAL" clId="{D002B4D2-25AC-4B0A-8BD0-D99F88F888C8}" dt="2026-06-08T19:25:37.358" v="982" actId="26606"/>
          <ac:spMkLst>
            <pc:docMk/>
            <pc:sldMk cId="1202482216" sldId="276"/>
            <ac:spMk id="37" creationId="{21A75659-5A6F-4F77-9679-678A00B9D8DC}"/>
          </ac:spMkLst>
        </pc:spChg>
        <pc:spChg chg="add del">
          <ac:chgData name="Sude Yılmaz" userId="9fe943f1-afa7-4ade-ae50-7efb6dc7d5a3" providerId="ADAL" clId="{D002B4D2-25AC-4B0A-8BD0-D99F88F888C8}" dt="2026-06-08T19:25:37.358" v="982" actId="26606"/>
          <ac:spMkLst>
            <pc:docMk/>
            <pc:sldMk cId="1202482216" sldId="276"/>
            <ac:spMk id="38" creationId="{E30A3A45-140E-431E-AED0-07EF836310B3}"/>
          </ac:spMkLst>
        </pc:spChg>
        <pc:spChg chg="add del">
          <ac:chgData name="Sude Yılmaz" userId="9fe943f1-afa7-4ade-ae50-7efb6dc7d5a3" providerId="ADAL" clId="{D002B4D2-25AC-4B0A-8BD0-D99F88F888C8}" dt="2026-06-08T19:25:37.358" v="982" actId="26606"/>
          <ac:spMkLst>
            <pc:docMk/>
            <pc:sldMk cId="1202482216" sldId="276"/>
            <ac:spMk id="39" creationId="{55D4142C-5077-457F-A6AD-3FECFDB39685}"/>
          </ac:spMkLst>
        </pc:spChg>
        <pc:spChg chg="add del">
          <ac:chgData name="Sude Yılmaz" userId="9fe943f1-afa7-4ade-ae50-7efb6dc7d5a3" providerId="ADAL" clId="{D002B4D2-25AC-4B0A-8BD0-D99F88F888C8}" dt="2026-06-08T19:25:37.358" v="982" actId="26606"/>
          <ac:spMkLst>
            <pc:docMk/>
            <pc:sldMk cId="1202482216" sldId="276"/>
            <ac:spMk id="40" creationId="{7A5F0580-5EE9-419F-96EE-B6529EF6E7D0}"/>
          </ac:spMkLst>
        </pc:spChg>
        <pc:spChg chg="add del">
          <ac:chgData name="Sude Yılmaz" userId="9fe943f1-afa7-4ade-ae50-7efb6dc7d5a3" providerId="ADAL" clId="{D002B4D2-25AC-4B0A-8BD0-D99F88F888C8}" dt="2026-06-08T19:48:23.460" v="1113" actId="26606"/>
          <ac:spMkLst>
            <pc:docMk/>
            <pc:sldMk cId="1202482216" sldId="276"/>
            <ac:spMk id="41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9:25:06.427" v="973" actId="26606"/>
          <ac:spMkLst>
            <pc:docMk/>
            <pc:sldMk cId="1202482216" sldId="276"/>
            <ac:spMk id="45" creationId="{6B5E2835-4E47-45B3-9CFE-732FF7B05472}"/>
          </ac:spMkLst>
        </pc:spChg>
        <pc:spChg chg="add del">
          <ac:chgData name="Sude Yılmaz" userId="9fe943f1-afa7-4ade-ae50-7efb6dc7d5a3" providerId="ADAL" clId="{D002B4D2-25AC-4B0A-8BD0-D99F88F888C8}" dt="2026-06-08T19:48:23.460" v="1113" actId="26606"/>
          <ac:spMkLst>
            <pc:docMk/>
            <pc:sldMk cId="1202482216" sldId="276"/>
            <ac:spMk id="46" creationId="{7BEFDA1A-2A01-4C29-A5D0-AE6F050D07DF}"/>
          </ac:spMkLst>
        </pc:spChg>
        <pc:spChg chg="add del">
          <ac:chgData name="Sude Yılmaz" userId="9fe943f1-afa7-4ade-ae50-7efb6dc7d5a3" providerId="ADAL" clId="{D002B4D2-25AC-4B0A-8BD0-D99F88F888C8}" dt="2026-06-08T19:25:06.427" v="973" actId="26606"/>
          <ac:spMkLst>
            <pc:docMk/>
            <pc:sldMk cId="1202482216" sldId="276"/>
            <ac:spMk id="47" creationId="{5B45AD5D-AA52-4F7B-9362-576A39AD9E09}"/>
          </ac:spMkLst>
        </pc:spChg>
        <pc:spChg chg="add del">
          <ac:chgData name="Sude Yılmaz" userId="9fe943f1-afa7-4ade-ae50-7efb6dc7d5a3" providerId="ADAL" clId="{D002B4D2-25AC-4B0A-8BD0-D99F88F888C8}" dt="2026-06-08T19:25:06.427" v="973" actId="26606"/>
          <ac:spMkLst>
            <pc:docMk/>
            <pc:sldMk cId="1202482216" sldId="276"/>
            <ac:spMk id="49" creationId="{AEDD7960-4866-4399-BEF6-DD1431AB4E34}"/>
          </ac:spMkLst>
        </pc:spChg>
        <pc:spChg chg="add del">
          <ac:chgData name="Sude Yılmaz" userId="9fe943f1-afa7-4ade-ae50-7efb6dc7d5a3" providerId="ADAL" clId="{D002B4D2-25AC-4B0A-8BD0-D99F88F888C8}" dt="2026-06-08T19:48:23.460" v="1113" actId="26606"/>
          <ac:spMkLst>
            <pc:docMk/>
            <pc:sldMk cId="1202482216" sldId="276"/>
            <ac:spMk id="50" creationId="{279D3810-B86F-4009-84EC-DE0FEABD6FCE}"/>
          </ac:spMkLst>
        </pc:spChg>
        <pc:spChg chg="add del">
          <ac:chgData name="Sude Yılmaz" userId="9fe943f1-afa7-4ade-ae50-7efb6dc7d5a3" providerId="ADAL" clId="{D002B4D2-25AC-4B0A-8BD0-D99F88F888C8}" dt="2026-06-08T19:25:06.427" v="973" actId="26606"/>
          <ac:spMkLst>
            <pc:docMk/>
            <pc:sldMk cId="1202482216" sldId="276"/>
            <ac:spMk id="51" creationId="{55D4142C-5077-457F-A6AD-3FECFDB39685}"/>
          </ac:spMkLst>
        </pc:spChg>
        <pc:spChg chg="add del">
          <ac:chgData name="Sude Yılmaz" userId="9fe943f1-afa7-4ade-ae50-7efb6dc7d5a3" providerId="ADAL" clId="{D002B4D2-25AC-4B0A-8BD0-D99F88F888C8}" dt="2026-06-08T19:25:06.427" v="973" actId="26606"/>
          <ac:spMkLst>
            <pc:docMk/>
            <pc:sldMk cId="1202482216" sldId="276"/>
            <ac:spMk id="53" creationId="{7A5F0580-5EE9-419F-96EE-B6529EF6E7D0}"/>
          </ac:spMkLst>
        </pc:spChg>
        <pc:spChg chg="add del">
          <ac:chgData name="Sude Yılmaz" userId="9fe943f1-afa7-4ade-ae50-7efb6dc7d5a3" providerId="ADAL" clId="{D002B4D2-25AC-4B0A-8BD0-D99F88F888C8}" dt="2026-06-08T19:25:10.849" v="975" actId="26606"/>
          <ac:spMkLst>
            <pc:docMk/>
            <pc:sldMk cId="1202482216" sldId="276"/>
            <ac:spMk id="55" creationId="{8181FC64-B306-4821-98E2-780662EFC486}"/>
          </ac:spMkLst>
        </pc:spChg>
        <pc:spChg chg="add del">
          <ac:chgData name="Sude Yılmaz" userId="9fe943f1-afa7-4ade-ae50-7efb6dc7d5a3" providerId="ADAL" clId="{D002B4D2-25AC-4B0A-8BD0-D99F88F888C8}" dt="2026-06-08T19:25:10.849" v="975" actId="26606"/>
          <ac:spMkLst>
            <pc:docMk/>
            <pc:sldMk cId="1202482216" sldId="276"/>
            <ac:spMk id="56" creationId="{5871FC61-DD4E-47D4-81FD-8A7E7D12B371}"/>
          </ac:spMkLst>
        </pc:spChg>
        <pc:spChg chg="add del">
          <ac:chgData name="Sude Yılmaz" userId="9fe943f1-afa7-4ade-ae50-7efb6dc7d5a3" providerId="ADAL" clId="{D002B4D2-25AC-4B0A-8BD0-D99F88F888C8}" dt="2026-06-08T19:25:10.849" v="975" actId="26606"/>
          <ac:spMkLst>
            <pc:docMk/>
            <pc:sldMk cId="1202482216" sldId="276"/>
            <ac:spMk id="57" creationId="{F9EC3F91-A75C-4F74-867E-E4C28C13546B}"/>
          </ac:spMkLst>
        </pc:spChg>
        <pc:spChg chg="add del">
          <ac:chgData name="Sude Yılmaz" userId="9fe943f1-afa7-4ade-ae50-7efb6dc7d5a3" providerId="ADAL" clId="{D002B4D2-25AC-4B0A-8BD0-D99F88F888C8}" dt="2026-06-08T19:25:10.849" v="975" actId="26606"/>
          <ac:spMkLst>
            <pc:docMk/>
            <pc:sldMk cId="1202482216" sldId="276"/>
            <ac:spMk id="58" creationId="{829A1E2C-5AC8-40FC-99E9-832069D39792}"/>
          </ac:spMkLst>
        </pc:spChg>
        <pc:spChg chg="add del">
          <ac:chgData name="Sude Yılmaz" userId="9fe943f1-afa7-4ade-ae50-7efb6dc7d5a3" providerId="ADAL" clId="{D002B4D2-25AC-4B0A-8BD0-D99F88F888C8}" dt="2026-06-08T19:25:13.295" v="977" actId="26606"/>
          <ac:spMkLst>
            <pc:docMk/>
            <pc:sldMk cId="1202482216" sldId="276"/>
            <ac:spMk id="60" creationId="{23E547B5-89CF-4EC0-96DE-25771AED0799}"/>
          </ac:spMkLst>
        </pc:spChg>
        <pc:spChg chg="add del">
          <ac:chgData name="Sude Yılmaz" userId="9fe943f1-afa7-4ade-ae50-7efb6dc7d5a3" providerId="ADAL" clId="{D002B4D2-25AC-4B0A-8BD0-D99F88F888C8}" dt="2026-06-08T19:25:13.295" v="977" actId="26606"/>
          <ac:spMkLst>
            <pc:docMk/>
            <pc:sldMk cId="1202482216" sldId="276"/>
            <ac:spMk id="61" creationId="{3F0B8CEB-8279-4E5E-A0CE-1FC9F71736F2}"/>
          </ac:spMkLst>
        </pc:spChg>
        <pc:spChg chg="add del">
          <ac:chgData name="Sude Yılmaz" userId="9fe943f1-afa7-4ade-ae50-7efb6dc7d5a3" providerId="ADAL" clId="{D002B4D2-25AC-4B0A-8BD0-D99F88F888C8}" dt="2026-06-08T19:49:15.802" v="1115" actId="26606"/>
          <ac:spMkLst>
            <pc:docMk/>
            <pc:sldMk cId="1202482216" sldId="276"/>
            <ac:spMk id="62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9:25:27.401" v="979" actId="26606"/>
          <ac:spMkLst>
            <pc:docMk/>
            <pc:sldMk cId="1202482216" sldId="276"/>
            <ac:spMk id="63" creationId="{04812C46-200A-4DEB-A05E-3ED6C68C2387}"/>
          </ac:spMkLst>
        </pc:spChg>
        <pc:spChg chg="add del">
          <ac:chgData name="Sude Yılmaz" userId="9fe943f1-afa7-4ade-ae50-7efb6dc7d5a3" providerId="ADAL" clId="{D002B4D2-25AC-4B0A-8BD0-D99F88F888C8}" dt="2026-06-08T19:25:27.401" v="979" actId="26606"/>
          <ac:spMkLst>
            <pc:docMk/>
            <pc:sldMk cId="1202482216" sldId="276"/>
            <ac:spMk id="64" creationId="{D1EA859B-E555-4109-94F3-6700E046E008}"/>
          </ac:spMkLst>
        </pc:spChg>
        <pc:spChg chg="add del">
          <ac:chgData name="Sude Yılmaz" userId="9fe943f1-afa7-4ade-ae50-7efb6dc7d5a3" providerId="ADAL" clId="{D002B4D2-25AC-4B0A-8BD0-D99F88F888C8}" dt="2026-06-08T19:25:37.351" v="981" actId="26606"/>
          <ac:spMkLst>
            <pc:docMk/>
            <pc:sldMk cId="1202482216" sldId="276"/>
            <ac:spMk id="66" creationId="{8181FC64-B306-4821-98E2-780662EFC486}"/>
          </ac:spMkLst>
        </pc:spChg>
        <pc:spChg chg="add del">
          <ac:chgData name="Sude Yılmaz" userId="9fe943f1-afa7-4ade-ae50-7efb6dc7d5a3" providerId="ADAL" clId="{D002B4D2-25AC-4B0A-8BD0-D99F88F888C8}" dt="2026-06-08T19:25:37.351" v="981" actId="26606"/>
          <ac:spMkLst>
            <pc:docMk/>
            <pc:sldMk cId="1202482216" sldId="276"/>
            <ac:spMk id="67" creationId="{5871FC61-DD4E-47D4-81FD-8A7E7D12B371}"/>
          </ac:spMkLst>
        </pc:spChg>
        <pc:spChg chg="add del">
          <ac:chgData name="Sude Yılmaz" userId="9fe943f1-afa7-4ade-ae50-7efb6dc7d5a3" providerId="ADAL" clId="{D002B4D2-25AC-4B0A-8BD0-D99F88F888C8}" dt="2026-06-08T19:25:37.351" v="981" actId="26606"/>
          <ac:spMkLst>
            <pc:docMk/>
            <pc:sldMk cId="1202482216" sldId="276"/>
            <ac:spMk id="68" creationId="{F9EC3F91-A75C-4F74-867E-E4C28C13546B}"/>
          </ac:spMkLst>
        </pc:spChg>
        <pc:spChg chg="add del">
          <ac:chgData name="Sude Yılmaz" userId="9fe943f1-afa7-4ade-ae50-7efb6dc7d5a3" providerId="ADAL" clId="{D002B4D2-25AC-4B0A-8BD0-D99F88F888C8}" dt="2026-06-08T19:25:37.351" v="981" actId="26606"/>
          <ac:spMkLst>
            <pc:docMk/>
            <pc:sldMk cId="1202482216" sldId="276"/>
            <ac:spMk id="69" creationId="{829A1E2C-5AC8-40FC-99E9-832069D39792}"/>
          </ac:spMkLst>
        </pc:spChg>
        <pc:spChg chg="add del">
          <ac:chgData name="Sude Yılmaz" userId="9fe943f1-afa7-4ade-ae50-7efb6dc7d5a3" providerId="ADAL" clId="{D002B4D2-25AC-4B0A-8BD0-D99F88F888C8}" dt="2026-06-08T19:34:03.986" v="1040" actId="26606"/>
          <ac:spMkLst>
            <pc:docMk/>
            <pc:sldMk cId="1202482216" sldId="276"/>
            <ac:spMk id="71" creationId="{04812C46-200A-4DEB-A05E-3ED6C68C2387}"/>
          </ac:spMkLst>
        </pc:spChg>
        <pc:spChg chg="add del">
          <ac:chgData name="Sude Yılmaz" userId="9fe943f1-afa7-4ade-ae50-7efb6dc7d5a3" providerId="ADAL" clId="{D002B4D2-25AC-4B0A-8BD0-D99F88F888C8}" dt="2026-06-08T19:34:03.986" v="1040" actId="26606"/>
          <ac:spMkLst>
            <pc:docMk/>
            <pc:sldMk cId="1202482216" sldId="276"/>
            <ac:spMk id="72" creationId="{D1EA859B-E555-4109-94F3-6700E046E008}"/>
          </ac:spMkLst>
        </pc:spChg>
        <pc:spChg chg="add del">
          <ac:chgData name="Sude Yılmaz" userId="9fe943f1-afa7-4ade-ae50-7efb6dc7d5a3" providerId="ADAL" clId="{D002B4D2-25AC-4B0A-8BD0-D99F88F888C8}" dt="2026-06-08T19:33:10.804" v="1038" actId="26606"/>
          <ac:spMkLst>
            <pc:docMk/>
            <pc:sldMk cId="1202482216" sldId="276"/>
            <ac:spMk id="75" creationId="{F9EC3F91-A75C-4F74-867E-E4C28C13546B}"/>
          </ac:spMkLst>
        </pc:spChg>
        <pc:spChg chg="add del">
          <ac:chgData name="Sude Yılmaz" userId="9fe943f1-afa7-4ade-ae50-7efb6dc7d5a3" providerId="ADAL" clId="{D002B4D2-25AC-4B0A-8BD0-D99F88F888C8}" dt="2026-06-08T19:33:10.804" v="1038" actId="26606"/>
          <ac:spMkLst>
            <pc:docMk/>
            <pc:sldMk cId="1202482216" sldId="276"/>
            <ac:spMk id="76" creationId="{829A1E2C-5AC8-40FC-99E9-832069D39792}"/>
          </ac:spMkLst>
        </pc:spChg>
        <pc:spChg chg="add del">
          <ac:chgData name="Sude Yılmaz" userId="9fe943f1-afa7-4ade-ae50-7efb6dc7d5a3" providerId="ADAL" clId="{D002B4D2-25AC-4B0A-8BD0-D99F88F888C8}" dt="2026-06-08T19:28:29.507" v="1017" actId="26606"/>
          <ac:spMkLst>
            <pc:docMk/>
            <pc:sldMk cId="1202482216" sldId="276"/>
            <ac:spMk id="77" creationId="{04812C46-200A-4DEB-A05E-3ED6C68C2387}"/>
          </ac:spMkLst>
        </pc:spChg>
        <pc:spChg chg="add del">
          <ac:chgData name="Sude Yılmaz" userId="9fe943f1-afa7-4ade-ae50-7efb6dc7d5a3" providerId="ADAL" clId="{D002B4D2-25AC-4B0A-8BD0-D99F88F888C8}" dt="2026-06-08T19:33:10.804" v="1038" actId="26606"/>
          <ac:spMkLst>
            <pc:docMk/>
            <pc:sldMk cId="1202482216" sldId="276"/>
            <ac:spMk id="78" creationId="{8181FC64-B306-4821-98E2-780662EFC486}"/>
          </ac:spMkLst>
        </pc:spChg>
        <pc:spChg chg="add del">
          <ac:chgData name="Sude Yılmaz" userId="9fe943f1-afa7-4ade-ae50-7efb6dc7d5a3" providerId="ADAL" clId="{D002B4D2-25AC-4B0A-8BD0-D99F88F888C8}" dt="2026-06-08T19:28:29.507" v="1017" actId="26606"/>
          <ac:spMkLst>
            <pc:docMk/>
            <pc:sldMk cId="1202482216" sldId="276"/>
            <ac:spMk id="79" creationId="{D1EA859B-E555-4109-94F3-6700E046E008}"/>
          </ac:spMkLst>
        </pc:spChg>
        <pc:spChg chg="add del">
          <ac:chgData name="Sude Yılmaz" userId="9fe943f1-afa7-4ade-ae50-7efb6dc7d5a3" providerId="ADAL" clId="{D002B4D2-25AC-4B0A-8BD0-D99F88F888C8}" dt="2026-06-08T19:33:10.804" v="1038" actId="26606"/>
          <ac:spMkLst>
            <pc:docMk/>
            <pc:sldMk cId="1202482216" sldId="276"/>
            <ac:spMk id="80" creationId="{5871FC61-DD4E-47D4-81FD-8A7E7D12B371}"/>
          </ac:spMkLst>
        </pc:spChg>
        <pc:spChg chg="add del">
          <ac:chgData name="Sude Yılmaz" userId="9fe943f1-afa7-4ade-ae50-7efb6dc7d5a3" providerId="ADAL" clId="{D002B4D2-25AC-4B0A-8BD0-D99F88F888C8}" dt="2026-06-08T19:28:45.740" v="1019" actId="26606"/>
          <ac:spMkLst>
            <pc:docMk/>
            <pc:sldMk cId="1202482216" sldId="276"/>
            <ac:spMk id="81" creationId="{55D4142C-5077-457F-A6AD-3FECFDB39685}"/>
          </ac:spMkLst>
        </pc:spChg>
        <pc:spChg chg="add del">
          <ac:chgData name="Sude Yılmaz" userId="9fe943f1-afa7-4ade-ae50-7efb6dc7d5a3" providerId="ADAL" clId="{D002B4D2-25AC-4B0A-8BD0-D99F88F888C8}" dt="2026-06-08T19:28:45.740" v="1019" actId="26606"/>
          <ac:spMkLst>
            <pc:docMk/>
            <pc:sldMk cId="1202482216" sldId="276"/>
            <ac:spMk id="82" creationId="{21A75659-5A6F-4F77-9679-678A00B9D8DC}"/>
          </ac:spMkLst>
        </pc:spChg>
        <pc:spChg chg="add del">
          <ac:chgData name="Sude Yılmaz" userId="9fe943f1-afa7-4ade-ae50-7efb6dc7d5a3" providerId="ADAL" clId="{D002B4D2-25AC-4B0A-8BD0-D99F88F888C8}" dt="2026-06-08T19:28:45.740" v="1019" actId="26606"/>
          <ac:spMkLst>
            <pc:docMk/>
            <pc:sldMk cId="1202482216" sldId="276"/>
            <ac:spMk id="83" creationId="{7A5F0580-5EE9-419F-96EE-B6529EF6E7D0}"/>
          </ac:spMkLst>
        </pc:spChg>
        <pc:spChg chg="add del">
          <ac:chgData name="Sude Yılmaz" userId="9fe943f1-afa7-4ade-ae50-7efb6dc7d5a3" providerId="ADAL" clId="{D002B4D2-25AC-4B0A-8BD0-D99F88F888C8}" dt="2026-06-08T19:28:45.740" v="1019" actId="26606"/>
          <ac:spMkLst>
            <pc:docMk/>
            <pc:sldMk cId="1202482216" sldId="276"/>
            <ac:spMk id="84" creationId="{E30A3A45-140E-431E-AED0-07EF836310B3}"/>
          </ac:spMkLst>
        </pc:spChg>
        <pc:spChg chg="add del">
          <ac:chgData name="Sude Yılmaz" userId="9fe943f1-afa7-4ade-ae50-7efb6dc7d5a3" providerId="ADAL" clId="{D002B4D2-25AC-4B0A-8BD0-D99F88F888C8}" dt="2026-06-08T19:45:25.013" v="1091"/>
          <ac:spMkLst>
            <pc:docMk/>
            <pc:sldMk cId="1202482216" sldId="276"/>
            <ac:spMk id="85" creationId="{8181FC64-B306-4821-98E2-780662EFC486}"/>
          </ac:spMkLst>
        </pc:spChg>
        <pc:spChg chg="add del">
          <ac:chgData name="Sude Yılmaz" userId="9fe943f1-afa7-4ade-ae50-7efb6dc7d5a3" providerId="ADAL" clId="{D002B4D2-25AC-4B0A-8BD0-D99F88F888C8}" dt="2026-06-08T19:28:58.018" v="1021" actId="26606"/>
          <ac:spMkLst>
            <pc:docMk/>
            <pc:sldMk cId="1202482216" sldId="276"/>
            <ac:spMk id="86" creationId="{D009D6D5-DAC2-4A8B-A17A-E206B9012D09}"/>
          </ac:spMkLst>
        </pc:spChg>
        <pc:spChg chg="add del">
          <ac:chgData name="Sude Yılmaz" userId="9fe943f1-afa7-4ade-ae50-7efb6dc7d5a3" providerId="ADAL" clId="{D002B4D2-25AC-4B0A-8BD0-D99F88F888C8}" dt="2026-06-08T19:45:25.013" v="1091"/>
          <ac:spMkLst>
            <pc:docMk/>
            <pc:sldMk cId="1202482216" sldId="276"/>
            <ac:spMk id="87" creationId="{5871FC61-DD4E-47D4-81FD-8A7E7D12B371}"/>
          </ac:spMkLst>
        </pc:spChg>
        <pc:spChg chg="add del">
          <ac:chgData name="Sude Yılmaz" userId="9fe943f1-afa7-4ade-ae50-7efb6dc7d5a3" providerId="ADAL" clId="{D002B4D2-25AC-4B0A-8BD0-D99F88F888C8}" dt="2026-06-08T19:29:00.944" v="1023" actId="26606"/>
          <ac:spMkLst>
            <pc:docMk/>
            <pc:sldMk cId="1202482216" sldId="276"/>
            <ac:spMk id="88" creationId="{F94AA2BD-2E3F-4B1D-8127-5744B8115311}"/>
          </ac:spMkLst>
        </pc:spChg>
        <pc:spChg chg="add del">
          <ac:chgData name="Sude Yılmaz" userId="9fe943f1-afa7-4ade-ae50-7efb6dc7d5a3" providerId="ADAL" clId="{D002B4D2-25AC-4B0A-8BD0-D99F88F888C8}" dt="2026-06-08T19:29:00.944" v="1023" actId="26606"/>
          <ac:spMkLst>
            <pc:docMk/>
            <pc:sldMk cId="1202482216" sldId="276"/>
            <ac:spMk id="89" creationId="{4BD02261-2DC8-4AA8-9E16-7751AE892445}"/>
          </ac:spMkLst>
        </pc:spChg>
        <pc:spChg chg="add del">
          <ac:chgData name="Sude Yılmaz" userId="9fe943f1-afa7-4ade-ae50-7efb6dc7d5a3" providerId="ADAL" clId="{D002B4D2-25AC-4B0A-8BD0-D99F88F888C8}" dt="2026-06-08T19:29:00.944" v="1023" actId="26606"/>
          <ac:spMkLst>
            <pc:docMk/>
            <pc:sldMk cId="1202482216" sldId="276"/>
            <ac:spMk id="90" creationId="{3D752CF2-2291-40B5-B462-C17B174C10BC}"/>
          </ac:spMkLst>
        </pc:spChg>
        <pc:spChg chg="add del">
          <ac:chgData name="Sude Yılmaz" userId="9fe943f1-afa7-4ade-ae50-7efb6dc7d5a3" providerId="ADAL" clId="{D002B4D2-25AC-4B0A-8BD0-D99F88F888C8}" dt="2026-06-08T19:45:25.013" v="1091"/>
          <ac:spMkLst>
            <pc:docMk/>
            <pc:sldMk cId="1202482216" sldId="276"/>
            <ac:spMk id="91" creationId="{F9EC3F91-A75C-4F74-867E-E4C28C13546B}"/>
          </ac:spMkLst>
        </pc:spChg>
        <pc:spChg chg="add del">
          <ac:chgData name="Sude Yılmaz" userId="9fe943f1-afa7-4ade-ae50-7efb6dc7d5a3" providerId="ADAL" clId="{D002B4D2-25AC-4B0A-8BD0-D99F88F888C8}" dt="2026-06-08T19:29:55.174" v="1033" actId="26606"/>
          <ac:spMkLst>
            <pc:docMk/>
            <pc:sldMk cId="1202482216" sldId="276"/>
            <ac:spMk id="92" creationId="{8181FC64-B306-4821-98E2-780662EFC486}"/>
          </ac:spMkLst>
        </pc:spChg>
        <pc:spChg chg="add del">
          <ac:chgData name="Sude Yılmaz" userId="9fe943f1-afa7-4ade-ae50-7efb6dc7d5a3" providerId="ADAL" clId="{D002B4D2-25AC-4B0A-8BD0-D99F88F888C8}" dt="2026-06-08T19:29:55.174" v="1033" actId="26606"/>
          <ac:spMkLst>
            <pc:docMk/>
            <pc:sldMk cId="1202482216" sldId="276"/>
            <ac:spMk id="93" creationId="{5871FC61-DD4E-47D4-81FD-8A7E7D12B371}"/>
          </ac:spMkLst>
        </pc:spChg>
        <pc:spChg chg="add del">
          <ac:chgData name="Sude Yılmaz" userId="9fe943f1-afa7-4ade-ae50-7efb6dc7d5a3" providerId="ADAL" clId="{D002B4D2-25AC-4B0A-8BD0-D99F88F888C8}" dt="2026-06-08T19:29:55.174" v="1033" actId="26606"/>
          <ac:spMkLst>
            <pc:docMk/>
            <pc:sldMk cId="1202482216" sldId="276"/>
            <ac:spMk id="94" creationId="{F9EC3F91-A75C-4F74-867E-E4C28C13546B}"/>
          </ac:spMkLst>
        </pc:spChg>
        <pc:spChg chg="add del">
          <ac:chgData name="Sude Yılmaz" userId="9fe943f1-afa7-4ade-ae50-7efb6dc7d5a3" providerId="ADAL" clId="{D002B4D2-25AC-4B0A-8BD0-D99F88F888C8}" dt="2026-06-08T19:29:55.174" v="1033" actId="26606"/>
          <ac:spMkLst>
            <pc:docMk/>
            <pc:sldMk cId="1202482216" sldId="276"/>
            <ac:spMk id="95" creationId="{829A1E2C-5AC8-40FC-99E9-832069D39792}"/>
          </ac:spMkLst>
        </pc:spChg>
        <pc:spChg chg="add del">
          <ac:chgData name="Sude Yılmaz" userId="9fe943f1-afa7-4ade-ae50-7efb6dc7d5a3" providerId="ADAL" clId="{D002B4D2-25AC-4B0A-8BD0-D99F88F888C8}" dt="2026-06-08T19:45:25.013" v="1091"/>
          <ac:spMkLst>
            <pc:docMk/>
            <pc:sldMk cId="1202482216" sldId="276"/>
            <ac:spMk id="96" creationId="{829A1E2C-5AC8-40FC-99E9-832069D39792}"/>
          </ac:spMkLst>
        </pc:spChg>
        <pc:spChg chg="add del">
          <ac:chgData name="Sude Yılmaz" userId="9fe943f1-afa7-4ade-ae50-7efb6dc7d5a3" providerId="ADAL" clId="{D002B4D2-25AC-4B0A-8BD0-D99F88F888C8}" dt="2026-06-08T19:49:15.802" v="1115" actId="26606"/>
          <ac:spMkLst>
            <pc:docMk/>
            <pc:sldMk cId="1202482216" sldId="276"/>
            <ac:spMk id="97" creationId="{5BB14454-D00C-4958-BB39-F5F9F3ACD499}"/>
          </ac:spMkLst>
        </pc:spChg>
        <pc:spChg chg="add del">
          <ac:chgData name="Sude Yılmaz" userId="9fe943f1-afa7-4ade-ae50-7efb6dc7d5a3" providerId="ADAL" clId="{D002B4D2-25AC-4B0A-8BD0-D99F88F888C8}" dt="2026-06-08T19:49:15.802" v="1115" actId="26606"/>
          <ac:spMkLst>
            <pc:docMk/>
            <pc:sldMk cId="1202482216" sldId="276"/>
            <ac:spMk id="99" creationId="{A1084370-0E70-4003-9787-3490FCC20E13}"/>
          </ac:spMkLst>
        </pc:spChg>
        <pc:spChg chg="add mod ord">
          <ac:chgData name="Sude Yılmaz" userId="9fe943f1-afa7-4ade-ae50-7efb6dc7d5a3" providerId="ADAL" clId="{D002B4D2-25AC-4B0A-8BD0-D99F88F888C8}" dt="2026-06-08T19:55:04.139" v="1150" actId="1076"/>
          <ac:spMkLst>
            <pc:docMk/>
            <pc:sldMk cId="1202482216" sldId="276"/>
            <ac:spMk id="104" creationId="{FEF38DF2-3569-F1E4-4A0D-1F3772E6F016}"/>
          </ac:spMkLst>
        </pc:spChg>
        <pc:spChg chg="add del">
          <ac:chgData name="Sude Yılmaz" userId="9fe943f1-afa7-4ade-ae50-7efb6dc7d5a3" providerId="ADAL" clId="{D002B4D2-25AC-4B0A-8BD0-D99F88F888C8}" dt="2026-06-08T19:50:38.902" v="1129" actId="26606"/>
          <ac:spMkLst>
            <pc:docMk/>
            <pc:sldMk cId="1202482216" sldId="276"/>
            <ac:spMk id="105" creationId="{1CE580D1-F917-4567-AFB4-99AA9B52ADF0}"/>
          </ac:spMkLst>
        </pc:spChg>
        <pc:spChg chg="add del mod ord">
          <ac:chgData name="Sude Yılmaz" userId="9fe943f1-afa7-4ade-ae50-7efb6dc7d5a3" providerId="ADAL" clId="{D002B4D2-25AC-4B0A-8BD0-D99F88F888C8}" dt="2026-06-08T19:55:31.290" v="1156" actId="478"/>
          <ac:spMkLst>
            <pc:docMk/>
            <pc:sldMk cId="1202482216" sldId="276"/>
            <ac:spMk id="112" creationId="{CAC1D720-3F9A-96AA-EF04-027AE40782E3}"/>
          </ac:spMkLst>
        </pc:spChg>
        <pc:spChg chg="add mod ord">
          <ac:chgData name="Sude Yılmaz" userId="9fe943f1-afa7-4ade-ae50-7efb6dc7d5a3" providerId="ADAL" clId="{D002B4D2-25AC-4B0A-8BD0-D99F88F888C8}" dt="2026-06-08T20:12:07.827" v="1579" actId="20577"/>
          <ac:spMkLst>
            <pc:docMk/>
            <pc:sldMk cId="1202482216" sldId="276"/>
            <ac:spMk id="113" creationId="{D0BDBFDC-E3D5-DB52-F017-1F7215A3971D}"/>
          </ac:spMkLst>
        </pc:spChg>
        <pc:spChg chg="add del mod ord">
          <ac:chgData name="Sude Yılmaz" userId="9fe943f1-afa7-4ade-ae50-7efb6dc7d5a3" providerId="ADAL" clId="{D002B4D2-25AC-4B0A-8BD0-D99F88F888C8}" dt="2026-06-08T19:55:43.050" v="1158" actId="478"/>
          <ac:spMkLst>
            <pc:docMk/>
            <pc:sldMk cId="1202482216" sldId="276"/>
            <ac:spMk id="114" creationId="{40209194-4C59-63A1-0972-717490A1BD89}"/>
          </ac:spMkLst>
        </pc:spChg>
        <pc:spChg chg="add mod ord">
          <ac:chgData name="Sude Yılmaz" userId="9fe943f1-afa7-4ade-ae50-7efb6dc7d5a3" providerId="ADAL" clId="{D002B4D2-25AC-4B0A-8BD0-D99F88F888C8}" dt="2026-06-08T21:22:59.687" v="1960"/>
          <ac:spMkLst>
            <pc:docMk/>
            <pc:sldMk cId="1202482216" sldId="276"/>
            <ac:spMk id="115" creationId="{1434E2FB-7BB5-B692-F7A8-25A18C863EFF}"/>
          </ac:spMkLst>
        </pc:spChg>
        <pc:spChg chg="add del">
          <ac:chgData name="Sude Yılmaz" userId="9fe943f1-afa7-4ade-ae50-7efb6dc7d5a3" providerId="ADAL" clId="{D002B4D2-25AC-4B0A-8BD0-D99F88F888C8}" dt="2026-06-08T19:52:56.885" v="1140" actId="700"/>
          <ac:spMkLst>
            <pc:docMk/>
            <pc:sldMk cId="1202482216" sldId="276"/>
            <ac:spMk id="116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19:52:56.885" v="1140" actId="700"/>
          <ac:spMkLst>
            <pc:docMk/>
            <pc:sldMk cId="1202482216" sldId="276"/>
            <ac:spMk id="124" creationId="{7BEFDA1A-2A01-4C29-A5D0-AE6F050D07DF}"/>
          </ac:spMkLst>
        </pc:spChg>
        <pc:spChg chg="add del">
          <ac:chgData name="Sude Yılmaz" userId="9fe943f1-afa7-4ade-ae50-7efb6dc7d5a3" providerId="ADAL" clId="{D002B4D2-25AC-4B0A-8BD0-D99F88F888C8}" dt="2026-06-08T19:52:56.885" v="1140" actId="700"/>
          <ac:spMkLst>
            <pc:docMk/>
            <pc:sldMk cId="1202482216" sldId="276"/>
            <ac:spMk id="128" creationId="{279D3810-B86F-4009-84EC-DE0FEABD6FCE}"/>
          </ac:spMkLst>
        </pc:spChg>
        <pc:grpChg chg="add del">
          <ac:chgData name="Sude Yılmaz" userId="9fe943f1-afa7-4ade-ae50-7efb6dc7d5a3" providerId="ADAL" clId="{D002B4D2-25AC-4B0A-8BD0-D99F88F888C8}" dt="2026-06-08T19:50:38.902" v="1129" actId="26606"/>
          <ac:grpSpMkLst>
            <pc:docMk/>
            <pc:sldMk cId="1202482216" sldId="276"/>
            <ac:grpSpMk id="109" creationId="{FEB7DF70-0A31-4A61-9C8B-3333776A15B8}"/>
          </ac:grpSpMkLst>
        </pc:grpChg>
        <pc:picChg chg="add del mod">
          <ac:chgData name="Sude Yılmaz" userId="9fe943f1-afa7-4ade-ae50-7efb6dc7d5a3" providerId="ADAL" clId="{D002B4D2-25AC-4B0A-8BD0-D99F88F888C8}" dt="2026-06-08T19:22:39.182" v="951" actId="478"/>
          <ac:picMkLst>
            <pc:docMk/>
            <pc:sldMk cId="1202482216" sldId="276"/>
            <ac:picMk id="6" creationId="{D66C9180-41B8-E389-9B26-55FAC3AC9DD3}"/>
          </ac:picMkLst>
        </pc:picChg>
        <pc:picChg chg="add del mod">
          <ac:chgData name="Sude Yılmaz" userId="9fe943f1-afa7-4ade-ae50-7efb6dc7d5a3" providerId="ADAL" clId="{D002B4D2-25AC-4B0A-8BD0-D99F88F888C8}" dt="2026-06-08T19:22:15.826" v="937" actId="22"/>
          <ac:picMkLst>
            <pc:docMk/>
            <pc:sldMk cId="1202482216" sldId="276"/>
            <ac:picMk id="12" creationId="{19E1F3C1-687F-97EC-7FB4-FFB54B3EFF26}"/>
          </ac:picMkLst>
        </pc:picChg>
        <pc:picChg chg="add del mod ord">
          <ac:chgData name="Sude Yılmaz" userId="9fe943f1-afa7-4ade-ae50-7efb6dc7d5a3" providerId="ADAL" clId="{D002B4D2-25AC-4B0A-8BD0-D99F88F888C8}" dt="2026-06-08T19:32:55.541" v="1036" actId="478"/>
          <ac:picMkLst>
            <pc:docMk/>
            <pc:sldMk cId="1202482216" sldId="276"/>
            <ac:picMk id="15" creationId="{248F852F-2E16-F91F-535C-16D0B775997D}"/>
          </ac:picMkLst>
        </pc:picChg>
        <pc:picChg chg="add del mod ord">
          <ac:chgData name="Sude Yılmaz" userId="9fe943f1-afa7-4ade-ae50-7efb6dc7d5a3" providerId="ADAL" clId="{D002B4D2-25AC-4B0A-8BD0-D99F88F888C8}" dt="2026-06-08T19:55:23.136" v="1152" actId="1076"/>
          <ac:picMkLst>
            <pc:docMk/>
            <pc:sldMk cId="1202482216" sldId="276"/>
            <ac:picMk id="16" creationId="{3084BD66-BC3E-4C05-77AB-99CA59AB1F38}"/>
          </ac:picMkLst>
        </pc:picChg>
        <pc:picChg chg="add del mod ord">
          <ac:chgData name="Sude Yılmaz" userId="9fe943f1-afa7-4ade-ae50-7efb6dc7d5a3" providerId="ADAL" clId="{D002B4D2-25AC-4B0A-8BD0-D99F88F888C8}" dt="2026-06-08T19:44:31.732" v="1089" actId="478"/>
          <ac:picMkLst>
            <pc:docMk/>
            <pc:sldMk cId="1202482216" sldId="276"/>
            <ac:picMk id="17" creationId="{2BDF2EA9-6780-2FAB-216C-DC8B12F1D503}"/>
          </ac:picMkLst>
        </pc:picChg>
        <pc:picChg chg="add del">
          <ac:chgData name="Sude Yılmaz" userId="9fe943f1-afa7-4ade-ae50-7efb6dc7d5a3" providerId="ADAL" clId="{D002B4D2-25AC-4B0A-8BD0-D99F88F888C8}" dt="2026-06-08T19:49:15.857" v="1116" actId="26606"/>
          <ac:picMkLst>
            <pc:docMk/>
            <pc:sldMk cId="1202482216" sldId="276"/>
            <ac:picMk id="21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9:49:15.857" v="1116" actId="26606"/>
          <ac:picMkLst>
            <pc:docMk/>
            <pc:sldMk cId="1202482216" sldId="276"/>
            <ac:picMk id="33" creationId="{C33612A4-0B77-4479-B2AA-F178599550AA}"/>
          </ac:picMkLst>
        </pc:picChg>
        <pc:picChg chg="add del">
          <ac:chgData name="Sude Yılmaz" userId="9fe943f1-afa7-4ade-ae50-7efb6dc7d5a3" providerId="ADAL" clId="{D002B4D2-25AC-4B0A-8BD0-D99F88F888C8}" dt="2026-06-08T19:48:23.460" v="1113" actId="26606"/>
          <ac:picMkLst>
            <pc:docMk/>
            <pc:sldMk cId="1202482216" sldId="276"/>
            <ac:picMk id="43" creationId="{1F5620B8-A2D8-4568-B566-F0453A0D9167}"/>
          </ac:picMkLst>
        </pc:picChg>
        <pc:picChg chg="del">
          <ac:chgData name="Sude Yılmaz" userId="9fe943f1-afa7-4ade-ae50-7efb6dc7d5a3" providerId="ADAL" clId="{D002B4D2-25AC-4B0A-8BD0-D99F88F888C8}" dt="2026-06-08T19:48:23.460" v="1113" actId="26606"/>
          <ac:picMkLst>
            <pc:docMk/>
            <pc:sldMk cId="1202482216" sldId="276"/>
            <ac:picMk id="52" creationId="{C33612A4-0B77-4479-B2AA-F178599550AA}"/>
          </ac:picMkLst>
        </pc:picChg>
        <pc:picChg chg="add del">
          <ac:chgData name="Sude Yılmaz" userId="9fe943f1-afa7-4ade-ae50-7efb6dc7d5a3" providerId="ADAL" clId="{D002B4D2-25AC-4B0A-8BD0-D99F88F888C8}" dt="2026-06-08T19:49:15.802" v="1115" actId="26606"/>
          <ac:picMkLst>
            <pc:docMk/>
            <pc:sldMk cId="1202482216" sldId="276"/>
            <ac:picMk id="65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9:33:10.804" v="1038" actId="26606"/>
          <ac:picMkLst>
            <pc:docMk/>
            <pc:sldMk cId="1202482216" sldId="276"/>
            <ac:picMk id="74" creationId="{067D5422-AF6B-5E2C-F447-4DBC330F7E94}"/>
          </ac:picMkLst>
        </pc:picChg>
        <pc:picChg chg="add del">
          <ac:chgData name="Sude Yılmaz" userId="9fe943f1-afa7-4ade-ae50-7efb6dc7d5a3" providerId="ADAL" clId="{D002B4D2-25AC-4B0A-8BD0-D99F88F888C8}" dt="2026-06-08T19:50:38.902" v="1129" actId="26606"/>
          <ac:picMkLst>
            <pc:docMk/>
            <pc:sldMk cId="1202482216" sldId="276"/>
            <ac:picMk id="106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9:52:56.885" v="1140" actId="700"/>
          <ac:picMkLst>
            <pc:docMk/>
            <pc:sldMk cId="1202482216" sldId="276"/>
            <ac:picMk id="118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19:52:56.885" v="1140" actId="700"/>
          <ac:picMkLst>
            <pc:docMk/>
            <pc:sldMk cId="1202482216" sldId="276"/>
            <ac:picMk id="130" creationId="{C33612A4-0B77-4479-B2AA-F178599550AA}"/>
          </ac:picMkLst>
        </pc:picChg>
        <pc:cxnChg chg="add">
          <ac:chgData name="Sude Yılmaz" userId="9fe943f1-afa7-4ade-ae50-7efb6dc7d5a3" providerId="ADAL" clId="{D002B4D2-25AC-4B0A-8BD0-D99F88F888C8}" dt="2026-06-08T19:45:47.018" v="1096" actId="26606"/>
          <ac:cxnSpMkLst>
            <pc:docMk/>
            <pc:sldMk cId="1202482216" sldId="276"/>
            <ac:cxnSpMk id="18" creationId="{17FD20E5-30AF-47B9-9256-2E8E904CBBC1}"/>
          </ac:cxnSpMkLst>
        </pc:cxnChg>
        <pc:cxnChg chg="add">
          <ac:chgData name="Sude Yılmaz" userId="9fe943f1-afa7-4ade-ae50-7efb6dc7d5a3" providerId="ADAL" clId="{D002B4D2-25AC-4B0A-8BD0-D99F88F888C8}" dt="2026-06-08T19:45:47.018" v="1096" actId="26606"/>
          <ac:cxnSpMkLst>
            <pc:docMk/>
            <pc:sldMk cId="1202482216" sldId="276"/>
            <ac:cxnSpMk id="23" creationId="{1C7D2BA4-4B7A-4596-8BCC-5CF715423894}"/>
          </ac:cxnSpMkLst>
        </pc:cxnChg>
        <pc:cxnChg chg="add">
          <ac:chgData name="Sude Yılmaz" userId="9fe943f1-afa7-4ade-ae50-7efb6dc7d5a3" providerId="ADAL" clId="{D002B4D2-25AC-4B0A-8BD0-D99F88F888C8}" dt="2026-06-08T19:45:47.018" v="1096" actId="26606"/>
          <ac:cxnSpMkLst>
            <pc:docMk/>
            <pc:sldMk cId="1202482216" sldId="276"/>
            <ac:cxnSpMk id="36" creationId="{078A367A-3E83-4B48-A0F7-43FBE33328F5}"/>
          </ac:cxnSpMkLst>
        </pc:cxnChg>
      </pc:sldChg>
      <pc:sldChg chg="addSp delSp modSp new mod setBg addAnim delAnim setClrOvrMap delDesignElem">
        <pc:chgData name="Sude Yılmaz" userId="9fe943f1-afa7-4ade-ae50-7efb6dc7d5a3" providerId="ADAL" clId="{D002B4D2-25AC-4B0A-8BD0-D99F88F888C8}" dt="2026-06-08T21:26:03.912" v="1994"/>
        <pc:sldMkLst>
          <pc:docMk/>
          <pc:sldMk cId="2441494551" sldId="277"/>
        </pc:sldMkLst>
        <pc:spChg chg="mod ord">
          <ac:chgData name="Sude Yılmaz" userId="9fe943f1-afa7-4ade-ae50-7efb6dc7d5a3" providerId="ADAL" clId="{D002B4D2-25AC-4B0A-8BD0-D99F88F888C8}" dt="2026-06-08T21:24:45.602" v="1986" actId="20577"/>
          <ac:spMkLst>
            <pc:docMk/>
            <pc:sldMk cId="2441494551" sldId="277"/>
            <ac:spMk id="2" creationId="{811FBC9D-7AFB-A2FB-F8F2-578008B6E0EC}"/>
          </ac:spMkLst>
        </pc:spChg>
        <pc:spChg chg="del mod">
          <ac:chgData name="Sude Yılmaz" userId="9fe943f1-afa7-4ade-ae50-7efb6dc7d5a3" providerId="ADAL" clId="{D002B4D2-25AC-4B0A-8BD0-D99F88F888C8}" dt="2026-06-08T21:07:22.720" v="1882" actId="478"/>
          <ac:spMkLst>
            <pc:docMk/>
            <pc:sldMk cId="2441494551" sldId="277"/>
            <ac:spMk id="3" creationId="{B544D5D8-E984-44A9-A6AE-4503EC322BB4}"/>
          </ac:spMkLst>
        </pc:spChg>
        <pc:spChg chg="del mod">
          <ac:chgData name="Sude Yılmaz" userId="9fe943f1-afa7-4ade-ae50-7efb6dc7d5a3" providerId="ADAL" clId="{D002B4D2-25AC-4B0A-8BD0-D99F88F888C8}" dt="2026-06-08T21:05:15.128" v="1870" actId="22"/>
          <ac:spMkLst>
            <pc:docMk/>
            <pc:sldMk cId="2441494551" sldId="277"/>
            <ac:spMk id="4" creationId="{FBD73452-CB4F-FAB3-6DB9-B7CDBC822A12}"/>
          </ac:spMkLst>
        </pc:spChg>
        <pc:spChg chg="del mod">
          <ac:chgData name="Sude Yılmaz" userId="9fe943f1-afa7-4ade-ae50-7efb6dc7d5a3" providerId="ADAL" clId="{D002B4D2-25AC-4B0A-8BD0-D99F88F888C8}" dt="2026-06-08T21:07:25.760" v="1883" actId="478"/>
          <ac:spMkLst>
            <pc:docMk/>
            <pc:sldMk cId="2441494551" sldId="277"/>
            <ac:spMk id="5" creationId="{16F47534-1549-74D7-8495-10EA3908B79F}"/>
          </ac:spMkLst>
        </pc:spChg>
        <pc:spChg chg="del mod">
          <ac:chgData name="Sude Yılmaz" userId="9fe943f1-afa7-4ade-ae50-7efb6dc7d5a3" providerId="ADAL" clId="{D002B4D2-25AC-4B0A-8BD0-D99F88F888C8}" dt="2026-06-08T21:04:02.297" v="1860" actId="22"/>
          <ac:spMkLst>
            <pc:docMk/>
            <pc:sldMk cId="2441494551" sldId="277"/>
            <ac:spMk id="6" creationId="{B180881E-12CA-FE47-0E7A-C8095D714B8F}"/>
          </ac:spMkLst>
        </pc:spChg>
        <pc:spChg chg="add del mod">
          <ac:chgData name="Sude Yılmaz" userId="9fe943f1-afa7-4ade-ae50-7efb6dc7d5a3" providerId="ADAL" clId="{D002B4D2-25AC-4B0A-8BD0-D99F88F888C8}" dt="2026-06-08T21:08:22.309" v="1890" actId="26606"/>
          <ac:spMkLst>
            <pc:docMk/>
            <pc:sldMk cId="2441494551" sldId="277"/>
            <ac:spMk id="14" creationId="{80E6641F-BC4B-6F48-0DC3-FED0692A1A65}"/>
          </ac:spMkLst>
        </pc:spChg>
        <pc:spChg chg="add del mod">
          <ac:chgData name="Sude Yılmaz" userId="9fe943f1-afa7-4ade-ae50-7efb6dc7d5a3" providerId="ADAL" clId="{D002B4D2-25AC-4B0A-8BD0-D99F88F888C8}" dt="2026-06-08T21:16:25.583" v="1904" actId="478"/>
          <ac:spMkLst>
            <pc:docMk/>
            <pc:sldMk cId="2441494551" sldId="277"/>
            <ac:spMk id="16" creationId="{4759B9AE-5905-8792-F2A2-15AECCE19084}"/>
          </ac:spMkLst>
        </pc:spChg>
        <pc:spChg chg="add del">
          <ac:chgData name="Sude Yılmaz" userId="9fe943f1-afa7-4ade-ae50-7efb6dc7d5a3" providerId="ADAL" clId="{D002B4D2-25AC-4B0A-8BD0-D99F88F888C8}" dt="2026-06-08T21:07:43.497" v="1885" actId="26606"/>
          <ac:spMkLst>
            <pc:docMk/>
            <pc:sldMk cId="2441494551" sldId="277"/>
            <ac:spMk id="19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26:03.912" v="1994"/>
          <ac:spMkLst>
            <pc:docMk/>
            <pc:sldMk cId="2441494551" sldId="277"/>
            <ac:spMk id="20" creationId="{C63C853E-3842-4594-86A9-051FFAF4D343}"/>
          </ac:spMkLst>
        </pc:spChg>
        <pc:spChg chg="add del">
          <ac:chgData name="Sude Yılmaz" userId="9fe943f1-afa7-4ade-ae50-7efb6dc7d5a3" providerId="ADAL" clId="{D002B4D2-25AC-4B0A-8BD0-D99F88F888C8}" dt="2026-06-08T21:07:43.497" v="1885" actId="26606"/>
          <ac:spMkLst>
            <pc:docMk/>
            <pc:sldMk cId="2441494551" sldId="277"/>
            <ac:spMk id="27" creationId="{EC17D08F-2133-44A9-B28C-CB29928FA8D9}"/>
          </ac:spMkLst>
        </pc:spChg>
        <pc:spChg chg="add del">
          <ac:chgData name="Sude Yılmaz" userId="9fe943f1-afa7-4ade-ae50-7efb6dc7d5a3" providerId="ADAL" clId="{D002B4D2-25AC-4B0A-8BD0-D99F88F888C8}" dt="2026-06-08T21:26:03.912" v="1994"/>
          <ac:spMkLst>
            <pc:docMk/>
            <pc:sldMk cId="2441494551" sldId="277"/>
            <ac:spMk id="28" creationId="{27F2F666-EC1B-4B02-BCBD-848563E1F716}"/>
          </ac:spMkLst>
        </pc:spChg>
        <pc:spChg chg="add del">
          <ac:chgData name="Sude Yılmaz" userId="9fe943f1-afa7-4ade-ae50-7efb6dc7d5a3" providerId="ADAL" clId="{D002B4D2-25AC-4B0A-8BD0-D99F88F888C8}" dt="2026-06-08T21:07:43.497" v="1885" actId="26606"/>
          <ac:spMkLst>
            <pc:docMk/>
            <pc:sldMk cId="2441494551" sldId="277"/>
            <ac:spMk id="29" creationId="{0CC36881-E309-4C41-8B5B-203AADC15FF6}"/>
          </ac:spMkLst>
        </pc:spChg>
        <pc:spChg chg="add del">
          <ac:chgData name="Sude Yılmaz" userId="9fe943f1-afa7-4ade-ae50-7efb6dc7d5a3" providerId="ADAL" clId="{D002B4D2-25AC-4B0A-8BD0-D99F88F888C8}" dt="2026-06-08T21:07:57.800" v="1887" actId="26606"/>
          <ac:spMkLst>
            <pc:docMk/>
            <pc:sldMk cId="2441494551" sldId="277"/>
            <ac:spMk id="41" creationId="{0CABCAE3-64FC-4149-819F-2C1812824154}"/>
          </ac:spMkLst>
        </pc:spChg>
        <pc:spChg chg="add del">
          <ac:chgData name="Sude Yılmaz" userId="9fe943f1-afa7-4ade-ae50-7efb6dc7d5a3" providerId="ADAL" clId="{D002B4D2-25AC-4B0A-8BD0-D99F88F888C8}" dt="2026-06-08T21:07:57.800" v="1887" actId="26606"/>
          <ac:spMkLst>
            <pc:docMk/>
            <pc:sldMk cId="2441494551" sldId="277"/>
            <ac:spMk id="45" creationId="{C630F413-44CE-4746-9821-9E0107978E7A}"/>
          </ac:spMkLst>
        </pc:spChg>
        <pc:spChg chg="add del">
          <ac:chgData name="Sude Yılmaz" userId="9fe943f1-afa7-4ade-ae50-7efb6dc7d5a3" providerId="ADAL" clId="{D002B4D2-25AC-4B0A-8BD0-D99F88F888C8}" dt="2026-06-08T21:07:57.800" v="1887" actId="26606"/>
          <ac:spMkLst>
            <pc:docMk/>
            <pc:sldMk cId="2441494551" sldId="277"/>
            <ac:spMk id="46" creationId="{22D671B1-B099-4F9C-B9CC-9D22B4DAF8A8}"/>
          </ac:spMkLst>
        </pc:spChg>
        <pc:spChg chg="add del">
          <ac:chgData name="Sude Yılmaz" userId="9fe943f1-afa7-4ade-ae50-7efb6dc7d5a3" providerId="ADAL" clId="{D002B4D2-25AC-4B0A-8BD0-D99F88F888C8}" dt="2026-06-08T21:07:57.800" v="1887" actId="26606"/>
          <ac:spMkLst>
            <pc:docMk/>
            <pc:sldMk cId="2441494551" sldId="277"/>
            <ac:spMk id="48" creationId="{898488B7-DBD3-40E7-B54B-4DA6C5693EF3}"/>
          </ac:spMkLst>
        </pc:spChg>
        <pc:spChg chg="add del">
          <ac:chgData name="Sude Yılmaz" userId="9fe943f1-afa7-4ade-ae50-7efb6dc7d5a3" providerId="ADAL" clId="{D002B4D2-25AC-4B0A-8BD0-D99F88F888C8}" dt="2026-06-08T21:07:57.800" v="1887" actId="26606"/>
          <ac:spMkLst>
            <pc:docMk/>
            <pc:sldMk cId="2441494551" sldId="277"/>
            <ac:spMk id="49" creationId="{80E6641F-BC4B-6F48-0DC3-FED0692A1A65}"/>
          </ac:spMkLst>
        </pc:spChg>
        <pc:spChg chg="add del">
          <ac:chgData name="Sude Yılmaz" userId="9fe943f1-afa7-4ade-ae50-7efb6dc7d5a3" providerId="ADAL" clId="{D002B4D2-25AC-4B0A-8BD0-D99F88F888C8}" dt="2026-06-08T21:08:22.278" v="1889" actId="26606"/>
          <ac:spMkLst>
            <pc:docMk/>
            <pc:sldMk cId="2441494551" sldId="277"/>
            <ac:spMk id="51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08:22.278" v="1889" actId="26606"/>
          <ac:spMkLst>
            <pc:docMk/>
            <pc:sldMk cId="2441494551" sldId="277"/>
            <ac:spMk id="55" creationId="{6A0FFA78-985C-4F50-B21A-77045C7DF657}"/>
          </ac:spMkLst>
        </pc:spChg>
        <pc:spChg chg="add del">
          <ac:chgData name="Sude Yılmaz" userId="9fe943f1-afa7-4ade-ae50-7efb6dc7d5a3" providerId="ADAL" clId="{D002B4D2-25AC-4B0A-8BD0-D99F88F888C8}" dt="2026-06-08T21:09:16.637" v="1897" actId="26606"/>
          <ac:spMkLst>
            <pc:docMk/>
            <pc:sldMk cId="2441494551" sldId="277"/>
            <ac:spMk id="58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09:16.637" v="1897" actId="26606"/>
          <ac:spMkLst>
            <pc:docMk/>
            <pc:sldMk cId="2441494551" sldId="277"/>
            <ac:spMk id="62" creationId="{EC17D08F-2133-44A9-B28C-CB29928FA8D9}"/>
          </ac:spMkLst>
        </pc:spChg>
        <pc:spChg chg="add del">
          <ac:chgData name="Sude Yılmaz" userId="9fe943f1-afa7-4ade-ae50-7efb6dc7d5a3" providerId="ADAL" clId="{D002B4D2-25AC-4B0A-8BD0-D99F88F888C8}" dt="2026-06-08T21:09:16.637" v="1897" actId="26606"/>
          <ac:spMkLst>
            <pc:docMk/>
            <pc:sldMk cId="2441494551" sldId="277"/>
            <ac:spMk id="63" creationId="{0CC36881-E309-4C41-8B5B-203AADC15FF6}"/>
          </ac:spMkLst>
        </pc:spChg>
        <pc:spChg chg="add del">
          <ac:chgData name="Sude Yılmaz" userId="9fe943f1-afa7-4ade-ae50-7efb6dc7d5a3" providerId="ADAL" clId="{D002B4D2-25AC-4B0A-8BD0-D99F88F888C8}" dt="2026-06-08T21:18:09.034" v="1912" actId="26606"/>
          <ac:spMkLst>
            <pc:docMk/>
            <pc:sldMk cId="2441494551" sldId="277"/>
            <ac:spMk id="72" creationId="{C63C853E-3842-4594-86A9-051FFAF4D343}"/>
          </ac:spMkLst>
        </pc:spChg>
        <pc:spChg chg="add del">
          <ac:chgData name="Sude Yılmaz" userId="9fe943f1-afa7-4ade-ae50-7efb6dc7d5a3" providerId="ADAL" clId="{D002B4D2-25AC-4B0A-8BD0-D99F88F888C8}" dt="2026-06-08T21:18:09.034" v="1912" actId="26606"/>
          <ac:spMkLst>
            <pc:docMk/>
            <pc:sldMk cId="2441494551" sldId="277"/>
            <ac:spMk id="80" creationId="{2E67E8BF-E4B2-4098-9FB3-9E400BD86935}"/>
          </ac:spMkLst>
        </pc:spChg>
        <pc:spChg chg="add del">
          <ac:chgData name="Sude Yılmaz" userId="9fe943f1-afa7-4ade-ae50-7efb6dc7d5a3" providerId="ADAL" clId="{D002B4D2-25AC-4B0A-8BD0-D99F88F888C8}" dt="2026-06-08T21:18:00.897" v="1908" actId="26606"/>
          <ac:spMkLst>
            <pc:docMk/>
            <pc:sldMk cId="2441494551" sldId="277"/>
            <ac:spMk id="87" creationId="{C63C853E-3842-4594-86A9-051FFAF4D343}"/>
          </ac:spMkLst>
        </pc:spChg>
        <pc:spChg chg="add del">
          <ac:chgData name="Sude Yılmaz" userId="9fe943f1-afa7-4ade-ae50-7efb6dc7d5a3" providerId="ADAL" clId="{D002B4D2-25AC-4B0A-8BD0-D99F88F888C8}" dt="2026-06-08T21:18:00.897" v="1908" actId="26606"/>
          <ac:spMkLst>
            <pc:docMk/>
            <pc:sldMk cId="2441494551" sldId="277"/>
            <ac:spMk id="95" creationId="{2E67E8BF-E4B2-4098-9FB3-9E400BD86935}"/>
          </ac:spMkLst>
        </pc:spChg>
        <pc:spChg chg="add del">
          <ac:chgData name="Sude Yılmaz" userId="9fe943f1-afa7-4ade-ae50-7efb6dc7d5a3" providerId="ADAL" clId="{D002B4D2-25AC-4B0A-8BD0-D99F88F888C8}" dt="2026-06-08T21:18:09.017" v="1911" actId="26606"/>
          <ac:spMkLst>
            <pc:docMk/>
            <pc:sldMk cId="2441494551" sldId="277"/>
            <ac:spMk id="99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18:09.017" v="1911" actId="26606"/>
          <ac:spMkLst>
            <pc:docMk/>
            <pc:sldMk cId="2441494551" sldId="277"/>
            <ac:spMk id="103" creationId="{65513E21-21B0-48DB-8CF1-35E43B33A477}"/>
          </ac:spMkLst>
        </pc:spChg>
        <pc:spChg chg="add del">
          <ac:chgData name="Sude Yılmaz" userId="9fe943f1-afa7-4ade-ae50-7efb6dc7d5a3" providerId="ADAL" clId="{D002B4D2-25AC-4B0A-8BD0-D99F88F888C8}" dt="2026-06-08T21:20:26.624" v="1931"/>
          <ac:spMkLst>
            <pc:docMk/>
            <pc:sldMk cId="2441494551" sldId="277"/>
            <ac:spMk id="106" creationId="{C63C853E-3842-4594-86A9-051FFAF4D343}"/>
          </ac:spMkLst>
        </pc:spChg>
        <pc:spChg chg="add del">
          <ac:chgData name="Sude Yılmaz" userId="9fe943f1-afa7-4ade-ae50-7efb6dc7d5a3" providerId="ADAL" clId="{D002B4D2-25AC-4B0A-8BD0-D99F88F888C8}" dt="2026-06-08T21:20:26.624" v="1931"/>
          <ac:spMkLst>
            <pc:docMk/>
            <pc:sldMk cId="2441494551" sldId="277"/>
            <ac:spMk id="110" creationId="{27F2F666-EC1B-4B02-BCBD-848563E1F716}"/>
          </ac:spMkLst>
        </pc:spChg>
        <pc:grpChg chg="add del">
          <ac:chgData name="Sude Yılmaz" userId="9fe943f1-afa7-4ade-ae50-7efb6dc7d5a3" providerId="ADAL" clId="{D002B4D2-25AC-4B0A-8BD0-D99F88F888C8}" dt="2026-06-08T21:07:43.497" v="1885" actId="26606"/>
          <ac:grpSpMkLst>
            <pc:docMk/>
            <pc:sldMk cId="2441494551" sldId="277"/>
            <ac:grpSpMk id="33" creationId="{AED92372-F778-4E96-9E90-4E63BAF3CAD3}"/>
          </ac:grpSpMkLst>
        </pc:grpChg>
        <pc:grpChg chg="add">
          <ac:chgData name="Sude Yılmaz" userId="9fe943f1-afa7-4ade-ae50-7efb6dc7d5a3" providerId="ADAL" clId="{D002B4D2-25AC-4B0A-8BD0-D99F88F888C8}" dt="2026-06-08T21:08:22.309" v="1890" actId="26606"/>
          <ac:grpSpMkLst>
            <pc:docMk/>
            <pc:sldMk cId="2441494551" sldId="277"/>
            <ac:grpSpMk id="65" creationId="{AED92372-F778-4E96-9E90-4E63BAF3CAD3}"/>
          </ac:grpSpMkLst>
        </pc:grpChg>
        <pc:picChg chg="add del mod ord">
          <ac:chgData name="Sude Yılmaz" userId="9fe943f1-afa7-4ade-ae50-7efb6dc7d5a3" providerId="ADAL" clId="{D002B4D2-25AC-4B0A-8BD0-D99F88F888C8}" dt="2026-06-08T20:39:37.493" v="1852" actId="22"/>
          <ac:picMkLst>
            <pc:docMk/>
            <pc:sldMk cId="2441494551" sldId="277"/>
            <ac:picMk id="8" creationId="{1B2B8CEE-751F-00AC-30FD-293620D3A11D}"/>
          </ac:picMkLst>
        </pc:picChg>
        <pc:picChg chg="add del mod ord modCrop">
          <ac:chgData name="Sude Yılmaz" userId="9fe943f1-afa7-4ade-ae50-7efb6dc7d5a3" providerId="ADAL" clId="{D002B4D2-25AC-4B0A-8BD0-D99F88F888C8}" dt="2026-06-08T21:07:14.772" v="1880" actId="478"/>
          <ac:picMkLst>
            <pc:docMk/>
            <pc:sldMk cId="2441494551" sldId="277"/>
            <ac:picMk id="10" creationId="{78C4CE0F-9B57-6187-B295-B45C892C6410}"/>
          </ac:picMkLst>
        </pc:picChg>
        <pc:picChg chg="add del mod ord">
          <ac:chgData name="Sude Yılmaz" userId="9fe943f1-afa7-4ade-ae50-7efb6dc7d5a3" providerId="ADAL" clId="{D002B4D2-25AC-4B0A-8BD0-D99F88F888C8}" dt="2026-06-08T21:16:21.147" v="1903" actId="478"/>
          <ac:picMkLst>
            <pc:docMk/>
            <pc:sldMk cId="2441494551" sldId="277"/>
            <ac:picMk id="12" creationId="{7B811FAD-5C77-FDBF-6E5C-52F456CB5790}"/>
          </ac:picMkLst>
        </pc:picChg>
        <pc:picChg chg="add mod">
          <ac:chgData name="Sude Yılmaz" userId="9fe943f1-afa7-4ade-ae50-7efb6dc7d5a3" providerId="ADAL" clId="{D002B4D2-25AC-4B0A-8BD0-D99F88F888C8}" dt="2026-06-08T21:24:30.842" v="1979" actId="1076"/>
          <ac:picMkLst>
            <pc:docMk/>
            <pc:sldMk cId="2441494551" sldId="277"/>
            <ac:picMk id="18" creationId="{6FFB6744-9355-E750-E729-BA2C1E27015E}"/>
          </ac:picMkLst>
        </pc:picChg>
        <pc:picChg chg="add del">
          <ac:chgData name="Sude Yılmaz" userId="9fe943f1-afa7-4ade-ae50-7efb6dc7d5a3" providerId="ADAL" clId="{D002B4D2-25AC-4B0A-8BD0-D99F88F888C8}" dt="2026-06-08T21:07:43.497" v="1885" actId="26606"/>
          <ac:picMkLst>
            <pc:docMk/>
            <pc:sldMk cId="2441494551" sldId="277"/>
            <ac:picMk id="21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21:26:03.912" v="1994"/>
          <ac:picMkLst>
            <pc:docMk/>
            <pc:sldMk cId="2441494551" sldId="277"/>
            <ac:picMk id="22" creationId="{B591CDC5-6B61-4116-B3B5-0FF42B6E606D}"/>
          </ac:picMkLst>
        </pc:picChg>
        <pc:picChg chg="add del">
          <ac:chgData name="Sude Yılmaz" userId="9fe943f1-afa7-4ade-ae50-7efb6dc7d5a3" providerId="ADAL" clId="{D002B4D2-25AC-4B0A-8BD0-D99F88F888C8}" dt="2026-06-08T21:07:43.497" v="1885" actId="26606"/>
          <ac:picMkLst>
            <pc:docMk/>
            <pc:sldMk cId="2441494551" sldId="277"/>
            <ac:picMk id="37" creationId="{4B61EBEC-D0CA-456C-98A6-EDA1AC9FB0D6}"/>
          </ac:picMkLst>
        </pc:picChg>
        <pc:picChg chg="add del">
          <ac:chgData name="Sude Yılmaz" userId="9fe943f1-afa7-4ade-ae50-7efb6dc7d5a3" providerId="ADAL" clId="{D002B4D2-25AC-4B0A-8BD0-D99F88F888C8}" dt="2026-06-08T21:07:57.800" v="1887" actId="26606"/>
          <ac:picMkLst>
            <pc:docMk/>
            <pc:sldMk cId="2441494551" sldId="277"/>
            <ac:picMk id="42" creationId="{012FDCFE-9AD2-4D8A-8CBF-B3AA37EBF6DD}"/>
          </ac:picMkLst>
        </pc:picChg>
        <pc:picChg chg="add del">
          <ac:chgData name="Sude Yılmaz" userId="9fe943f1-afa7-4ade-ae50-7efb6dc7d5a3" providerId="ADAL" clId="{D002B4D2-25AC-4B0A-8BD0-D99F88F888C8}" dt="2026-06-08T21:08:22.278" v="1889" actId="26606"/>
          <ac:picMkLst>
            <pc:docMk/>
            <pc:sldMk cId="2441494551" sldId="277"/>
            <ac:picMk id="52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21:09:16.637" v="1897" actId="26606"/>
          <ac:picMkLst>
            <pc:docMk/>
            <pc:sldMk cId="2441494551" sldId="277"/>
            <ac:picMk id="59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21:09:16.637" v="1897" actId="26606"/>
          <ac:picMkLst>
            <pc:docMk/>
            <pc:sldMk cId="2441494551" sldId="277"/>
            <ac:picMk id="66" creationId="{4B61EBEC-D0CA-456C-98A6-EDA1AC9FB0D6}"/>
          </ac:picMkLst>
        </pc:picChg>
        <pc:picChg chg="add del">
          <ac:chgData name="Sude Yılmaz" userId="9fe943f1-afa7-4ade-ae50-7efb6dc7d5a3" providerId="ADAL" clId="{D002B4D2-25AC-4B0A-8BD0-D99F88F888C8}" dt="2026-06-08T21:18:09.034" v="1912" actId="26606"/>
          <ac:picMkLst>
            <pc:docMk/>
            <pc:sldMk cId="2441494551" sldId="277"/>
            <ac:picMk id="74" creationId="{B591CDC5-6B61-4116-B3B5-0FF42B6E606D}"/>
          </ac:picMkLst>
        </pc:picChg>
        <pc:picChg chg="add del">
          <ac:chgData name="Sude Yılmaz" userId="9fe943f1-afa7-4ade-ae50-7efb6dc7d5a3" providerId="ADAL" clId="{D002B4D2-25AC-4B0A-8BD0-D99F88F888C8}" dt="2026-06-08T21:18:00.897" v="1908" actId="26606"/>
          <ac:picMkLst>
            <pc:docMk/>
            <pc:sldMk cId="2441494551" sldId="277"/>
            <ac:picMk id="89" creationId="{B591CDC5-6B61-4116-B3B5-0FF42B6E606D}"/>
          </ac:picMkLst>
        </pc:picChg>
        <pc:picChg chg="add del">
          <ac:chgData name="Sude Yılmaz" userId="9fe943f1-afa7-4ade-ae50-7efb6dc7d5a3" providerId="ADAL" clId="{D002B4D2-25AC-4B0A-8BD0-D99F88F888C8}" dt="2026-06-08T21:18:09.017" v="1911" actId="26606"/>
          <ac:picMkLst>
            <pc:docMk/>
            <pc:sldMk cId="2441494551" sldId="277"/>
            <ac:picMk id="100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21:20:26.624" v="1931"/>
          <ac:picMkLst>
            <pc:docMk/>
            <pc:sldMk cId="2441494551" sldId="277"/>
            <ac:picMk id="107" creationId="{B591CDC5-6B61-4116-B3B5-0FF42B6E606D}"/>
          </ac:picMkLst>
        </pc:picChg>
        <pc:cxnChg chg="add del">
          <ac:chgData name="Sude Yılmaz" userId="9fe943f1-afa7-4ade-ae50-7efb6dc7d5a3" providerId="ADAL" clId="{D002B4D2-25AC-4B0A-8BD0-D99F88F888C8}" dt="2026-06-08T21:26:03.912" v="1994"/>
          <ac:cxnSpMkLst>
            <pc:docMk/>
            <pc:sldMk cId="2441494551" sldId="277"/>
            <ac:cxnSpMk id="24" creationId="{25B08984-5BEB-422F-A364-2B41E6A516EB}"/>
          </ac:cxnSpMkLst>
        </pc:cxnChg>
        <pc:cxnChg chg="add del">
          <ac:chgData name="Sude Yılmaz" userId="9fe943f1-afa7-4ade-ae50-7efb6dc7d5a3" providerId="ADAL" clId="{D002B4D2-25AC-4B0A-8BD0-D99F88F888C8}" dt="2026-06-08T21:07:43.497" v="1885" actId="26606"/>
          <ac:cxnSpMkLst>
            <pc:docMk/>
            <pc:sldMk cId="2441494551" sldId="277"/>
            <ac:cxnSpMk id="25" creationId="{4977F1E1-2B6F-4BB6-899F-67D8764D83C5}"/>
          </ac:cxnSpMkLst>
        </pc:cxnChg>
        <pc:cxnChg chg="add del">
          <ac:chgData name="Sude Yılmaz" userId="9fe943f1-afa7-4ade-ae50-7efb6dc7d5a3" providerId="ADAL" clId="{D002B4D2-25AC-4B0A-8BD0-D99F88F888C8}" dt="2026-06-08T21:26:03.912" v="1994"/>
          <ac:cxnSpMkLst>
            <pc:docMk/>
            <pc:sldMk cId="2441494551" sldId="277"/>
            <ac:cxnSpMk id="26" creationId="{A8F413B1-54E0-4B16-92AB-1CC5C7D645BC}"/>
          </ac:cxnSpMkLst>
        </pc:cxnChg>
        <pc:cxnChg chg="add del">
          <ac:chgData name="Sude Yılmaz" userId="9fe943f1-afa7-4ade-ae50-7efb6dc7d5a3" providerId="ADAL" clId="{D002B4D2-25AC-4B0A-8BD0-D99F88F888C8}" dt="2026-06-08T21:26:03.912" v="1994"/>
          <ac:cxnSpMkLst>
            <pc:docMk/>
            <pc:sldMk cId="2441494551" sldId="277"/>
            <ac:cxnSpMk id="30" creationId="{DD1F8EFA-0EC3-4C68-A870-B048361E03FC}"/>
          </ac:cxnSpMkLst>
        </pc:cxnChg>
        <pc:cxnChg chg="add">
          <ac:chgData name="Sude Yılmaz" userId="9fe943f1-afa7-4ade-ae50-7efb6dc7d5a3" providerId="ADAL" clId="{D002B4D2-25AC-4B0A-8BD0-D99F88F888C8}" dt="2026-06-08T21:07:43.517" v="1886" actId="26606"/>
          <ac:cxnSpMkLst>
            <pc:docMk/>
            <pc:sldMk cId="2441494551" sldId="277"/>
            <ac:cxnSpMk id="43" creationId="{FBD463FC-4CA8-4FF4-85A3-AF9F4B98D210}"/>
          </ac:cxnSpMkLst>
        </pc:cxnChg>
        <pc:cxnChg chg="del">
          <ac:chgData name="Sude Yılmaz" userId="9fe943f1-afa7-4ade-ae50-7efb6dc7d5a3" providerId="ADAL" clId="{D002B4D2-25AC-4B0A-8BD0-D99F88F888C8}" dt="2026-06-08T21:07:57.800" v="1887" actId="26606"/>
          <ac:cxnSpMkLst>
            <pc:docMk/>
            <pc:sldMk cId="2441494551" sldId="277"/>
            <ac:cxnSpMk id="44" creationId="{A56012FD-74A8-4C91-B318-435CF2B71927}"/>
          </ac:cxnSpMkLst>
        </pc:cxnChg>
        <pc:cxnChg chg="add del">
          <ac:chgData name="Sude Yılmaz" userId="9fe943f1-afa7-4ade-ae50-7efb6dc7d5a3" providerId="ADAL" clId="{D002B4D2-25AC-4B0A-8BD0-D99F88F888C8}" dt="2026-06-08T21:08:22.278" v="1889" actId="26606"/>
          <ac:cxnSpMkLst>
            <pc:docMk/>
            <pc:sldMk cId="2441494551" sldId="277"/>
            <ac:cxnSpMk id="53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21:08:22.278" v="1889" actId="26606"/>
          <ac:cxnSpMkLst>
            <pc:docMk/>
            <pc:sldMk cId="2441494551" sldId="277"/>
            <ac:cxnSpMk id="54" creationId="{4977F1E1-2B6F-4BB6-899F-67D8764D83C5}"/>
          </ac:cxnSpMkLst>
        </pc:cxnChg>
        <pc:cxnChg chg="add del">
          <ac:chgData name="Sude Yılmaz" userId="9fe943f1-afa7-4ade-ae50-7efb6dc7d5a3" providerId="ADAL" clId="{D002B4D2-25AC-4B0A-8BD0-D99F88F888C8}" dt="2026-06-08T21:08:22.278" v="1889" actId="26606"/>
          <ac:cxnSpMkLst>
            <pc:docMk/>
            <pc:sldMk cId="2441494551" sldId="277"/>
            <ac:cxnSpMk id="56" creationId="{65409EC7-69B1-45CC-8FB7-1964C1AB6720}"/>
          </ac:cxnSpMkLst>
        </pc:cxnChg>
        <pc:cxnChg chg="add">
          <ac:chgData name="Sude Yılmaz" userId="9fe943f1-afa7-4ade-ae50-7efb6dc7d5a3" providerId="ADAL" clId="{D002B4D2-25AC-4B0A-8BD0-D99F88F888C8}" dt="2026-06-08T21:08:22.309" v="1890" actId="26606"/>
          <ac:cxnSpMkLst>
            <pc:docMk/>
            <pc:sldMk cId="2441494551" sldId="277"/>
            <ac:cxnSpMk id="61" creationId="{4977F1E1-2B6F-4BB6-899F-67D8764D83C5}"/>
          </ac:cxnSpMkLst>
        </pc:cxnChg>
        <pc:cxnChg chg="add del">
          <ac:chgData name="Sude Yılmaz" userId="9fe943f1-afa7-4ade-ae50-7efb6dc7d5a3" providerId="ADAL" clId="{D002B4D2-25AC-4B0A-8BD0-D99F88F888C8}" dt="2026-06-08T21:18:09.034" v="1912" actId="26606"/>
          <ac:cxnSpMkLst>
            <pc:docMk/>
            <pc:sldMk cId="2441494551" sldId="277"/>
            <ac:cxnSpMk id="76" creationId="{25B08984-5BEB-422F-A364-2B41E6A516EB}"/>
          </ac:cxnSpMkLst>
        </pc:cxnChg>
        <pc:cxnChg chg="add del">
          <ac:chgData name="Sude Yılmaz" userId="9fe943f1-afa7-4ade-ae50-7efb6dc7d5a3" providerId="ADAL" clId="{D002B4D2-25AC-4B0A-8BD0-D99F88F888C8}" dt="2026-06-08T21:18:00.897" v="1908" actId="26606"/>
          <ac:cxnSpMkLst>
            <pc:docMk/>
            <pc:sldMk cId="2441494551" sldId="277"/>
            <ac:cxnSpMk id="97" creationId="{3781A10F-5DF6-4C9B-AE0B-5249E4399D26}"/>
          </ac:cxnSpMkLst>
        </pc:cxnChg>
        <pc:cxnChg chg="add del">
          <ac:chgData name="Sude Yılmaz" userId="9fe943f1-afa7-4ade-ae50-7efb6dc7d5a3" providerId="ADAL" clId="{D002B4D2-25AC-4B0A-8BD0-D99F88F888C8}" dt="2026-06-08T21:18:09.017" v="1911" actId="26606"/>
          <ac:cxnSpMkLst>
            <pc:docMk/>
            <pc:sldMk cId="2441494551" sldId="277"/>
            <ac:cxnSpMk id="101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21:20:26.624" v="1931"/>
          <ac:cxnSpMkLst>
            <pc:docMk/>
            <pc:sldMk cId="2441494551" sldId="277"/>
            <ac:cxnSpMk id="108" creationId="{25B08984-5BEB-422F-A364-2B41E6A516EB}"/>
          </ac:cxnSpMkLst>
        </pc:cxnChg>
        <pc:cxnChg chg="del">
          <ac:chgData name="Sude Yılmaz" userId="9fe943f1-afa7-4ade-ae50-7efb6dc7d5a3" providerId="ADAL" clId="{D002B4D2-25AC-4B0A-8BD0-D99F88F888C8}" dt="2026-06-08T21:20:26.624" v="1931"/>
          <ac:cxnSpMkLst>
            <pc:docMk/>
            <pc:sldMk cId="2441494551" sldId="277"/>
            <ac:cxnSpMk id="109" creationId="{A8F413B1-54E0-4B16-92AB-1CC5C7D645BC}"/>
          </ac:cxnSpMkLst>
        </pc:cxnChg>
        <pc:cxnChg chg="del">
          <ac:chgData name="Sude Yılmaz" userId="9fe943f1-afa7-4ade-ae50-7efb6dc7d5a3" providerId="ADAL" clId="{D002B4D2-25AC-4B0A-8BD0-D99F88F888C8}" dt="2026-06-08T21:20:26.624" v="1931"/>
          <ac:cxnSpMkLst>
            <pc:docMk/>
            <pc:sldMk cId="2441494551" sldId="277"/>
            <ac:cxnSpMk id="111" creationId="{DD1F8EFA-0EC3-4C68-A870-B048361E03FC}"/>
          </ac:cxnSpMkLst>
        </pc:cxnChg>
      </pc:sldChg>
      <pc:sldChg chg="addSp delSp modSp new mod setBg delDesignElem">
        <pc:chgData name="Sude Yılmaz" userId="9fe943f1-afa7-4ade-ae50-7efb6dc7d5a3" providerId="ADAL" clId="{D002B4D2-25AC-4B0A-8BD0-D99F88F888C8}" dt="2026-06-08T21:26:23.800" v="1996" actId="478"/>
        <pc:sldMkLst>
          <pc:docMk/>
          <pc:sldMk cId="2740913332" sldId="278"/>
        </pc:sldMkLst>
        <pc:spChg chg="del">
          <ac:chgData name="Sude Yılmaz" userId="9fe943f1-afa7-4ade-ae50-7efb6dc7d5a3" providerId="ADAL" clId="{D002B4D2-25AC-4B0A-8BD0-D99F88F888C8}" dt="2026-06-08T21:19:25.062" v="1923" actId="478"/>
          <ac:spMkLst>
            <pc:docMk/>
            <pc:sldMk cId="2740913332" sldId="278"/>
            <ac:spMk id="2" creationId="{CF742D09-EBD4-5E3D-DDB4-EE30A44E0C62}"/>
          </ac:spMkLst>
        </pc:spChg>
        <pc:spChg chg="del">
          <ac:chgData name="Sude Yılmaz" userId="9fe943f1-afa7-4ade-ae50-7efb6dc7d5a3" providerId="ADAL" clId="{D002B4D2-25AC-4B0A-8BD0-D99F88F888C8}" dt="2026-06-08T21:19:31.197" v="1924" actId="478"/>
          <ac:spMkLst>
            <pc:docMk/>
            <pc:sldMk cId="2740913332" sldId="278"/>
            <ac:spMk id="3" creationId="{493FF56D-1E06-FC45-D26B-4141AE4B4F33}"/>
          </ac:spMkLst>
        </pc:spChg>
        <pc:spChg chg="del">
          <ac:chgData name="Sude Yılmaz" userId="9fe943f1-afa7-4ade-ae50-7efb6dc7d5a3" providerId="ADAL" clId="{D002B4D2-25AC-4B0A-8BD0-D99F88F888C8}" dt="2026-06-08T21:19:34.798" v="1925" actId="478"/>
          <ac:spMkLst>
            <pc:docMk/>
            <pc:sldMk cId="2740913332" sldId="278"/>
            <ac:spMk id="4" creationId="{06E5B2DD-EFC3-8A28-FFEA-9AF8C12DD26F}"/>
          </ac:spMkLst>
        </pc:spChg>
        <pc:spChg chg="del">
          <ac:chgData name="Sude Yılmaz" userId="9fe943f1-afa7-4ade-ae50-7efb6dc7d5a3" providerId="ADAL" clId="{D002B4D2-25AC-4B0A-8BD0-D99F88F888C8}" dt="2026-06-08T21:19:39.117" v="1926" actId="478"/>
          <ac:spMkLst>
            <pc:docMk/>
            <pc:sldMk cId="2740913332" sldId="278"/>
            <ac:spMk id="5" creationId="{38CC720F-F234-6CA9-B076-A5F4313FB204}"/>
          </ac:spMkLst>
        </pc:spChg>
        <pc:spChg chg="del">
          <ac:chgData name="Sude Yılmaz" userId="9fe943f1-afa7-4ade-ae50-7efb6dc7d5a3" providerId="ADAL" clId="{D002B4D2-25AC-4B0A-8BD0-D99F88F888C8}" dt="2026-06-08T21:19:44.542" v="1927" actId="478"/>
          <ac:spMkLst>
            <pc:docMk/>
            <pc:sldMk cId="2740913332" sldId="278"/>
            <ac:spMk id="6" creationId="{C5D65064-E076-C0BE-ED49-8244E7DDE096}"/>
          </ac:spMkLst>
        </pc:spChg>
        <pc:spChg chg="add del mod">
          <ac:chgData name="Sude Yılmaz" userId="9fe943f1-afa7-4ade-ae50-7efb6dc7d5a3" providerId="ADAL" clId="{D002B4D2-25AC-4B0A-8BD0-D99F88F888C8}" dt="2026-06-08T21:24:20.480" v="1977"/>
          <ac:spMkLst>
            <pc:docMk/>
            <pc:sldMk cId="2740913332" sldId="278"/>
            <ac:spMk id="11" creationId="{F1A80D3A-7E37-2F16-BE49-D91EA1AE7D56}"/>
          </ac:spMkLst>
        </pc:spChg>
        <pc:spChg chg="add del mod">
          <ac:chgData name="Sude Yılmaz" userId="9fe943f1-afa7-4ade-ae50-7efb6dc7d5a3" providerId="ADAL" clId="{D002B4D2-25AC-4B0A-8BD0-D99F88F888C8}" dt="2026-06-08T21:26:23.800" v="1996" actId="478"/>
          <ac:spMkLst>
            <pc:docMk/>
            <pc:sldMk cId="2740913332" sldId="278"/>
            <ac:spMk id="12" creationId="{75E1329C-5580-A89A-7A72-ED7573BAA6D6}"/>
          </ac:spMkLst>
        </pc:spChg>
        <pc:spChg chg="add del">
          <ac:chgData name="Sude Yılmaz" userId="9fe943f1-afa7-4ade-ae50-7efb6dc7d5a3" providerId="ADAL" clId="{D002B4D2-25AC-4B0A-8BD0-D99F88F888C8}" dt="2026-06-08T21:24:07.148" v="1968" actId="26606"/>
          <ac:spMkLst>
            <pc:docMk/>
            <pc:sldMk cId="2740913332" sldId="278"/>
            <ac:spMk id="13" creationId="{6738F172-08B9-4BA5-B753-7D93472C0B11}"/>
          </ac:spMkLst>
        </pc:spChg>
        <pc:spChg chg="add del">
          <ac:chgData name="Sude Yılmaz" userId="9fe943f1-afa7-4ade-ae50-7efb6dc7d5a3" providerId="ADAL" clId="{D002B4D2-25AC-4B0A-8BD0-D99F88F888C8}" dt="2026-06-08T21:23:55.327" v="1966" actId="26606"/>
          <ac:spMkLst>
            <pc:docMk/>
            <pc:sldMk cId="2740913332" sldId="278"/>
            <ac:spMk id="16" creationId="{CDDE5CDF-1512-4CDA-B956-23D223F8DE44}"/>
          </ac:spMkLst>
        </pc:spChg>
        <pc:spChg chg="add del">
          <ac:chgData name="Sude Yılmaz" userId="9fe943f1-afa7-4ade-ae50-7efb6dc7d5a3" providerId="ADAL" clId="{D002B4D2-25AC-4B0A-8BD0-D99F88F888C8}" dt="2026-06-08T21:24:08.505" v="1970" actId="26606"/>
          <ac:spMkLst>
            <pc:docMk/>
            <pc:sldMk cId="2740913332" sldId="278"/>
            <ac:spMk id="17" creationId="{6738F172-08B9-4BA5-B753-7D93472C0B11}"/>
          </ac:spMkLst>
        </pc:spChg>
        <pc:spChg chg="add del">
          <ac:chgData name="Sude Yılmaz" userId="9fe943f1-afa7-4ade-ae50-7efb6dc7d5a3" providerId="ADAL" clId="{D002B4D2-25AC-4B0A-8BD0-D99F88F888C8}" dt="2026-06-08T21:23:55.327" v="1966" actId="26606"/>
          <ac:spMkLst>
            <pc:docMk/>
            <pc:sldMk cId="2740913332" sldId="278"/>
            <ac:spMk id="22" creationId="{2C6F198E-F7A1-4125-910D-641C0C2A76D5}"/>
          </ac:spMkLst>
        </pc:spChg>
        <pc:spChg chg="add del">
          <ac:chgData name="Sude Yılmaz" userId="9fe943f1-afa7-4ade-ae50-7efb6dc7d5a3" providerId="ADAL" clId="{D002B4D2-25AC-4B0A-8BD0-D99F88F888C8}" dt="2026-06-08T21:24:08.505" v="1970" actId="26606"/>
          <ac:spMkLst>
            <pc:docMk/>
            <pc:sldMk cId="2740913332" sldId="278"/>
            <ac:spMk id="23" creationId="{E678439D-6E19-43F5-AD92-3601D4D68C0B}"/>
          </ac:spMkLst>
        </pc:spChg>
        <pc:spChg chg="add del">
          <ac:chgData name="Sude Yılmaz" userId="9fe943f1-afa7-4ade-ae50-7efb6dc7d5a3" providerId="ADAL" clId="{D002B4D2-25AC-4B0A-8BD0-D99F88F888C8}" dt="2026-06-08T21:23:55.327" v="1966" actId="26606"/>
          <ac:spMkLst>
            <pc:docMk/>
            <pc:sldMk cId="2740913332" sldId="278"/>
            <ac:spMk id="24" creationId="{907C3A25-D9A7-4F2D-B44C-FA8EB24C7AFD}"/>
          </ac:spMkLst>
        </pc:spChg>
        <pc:spChg chg="add del">
          <ac:chgData name="Sude Yılmaz" userId="9fe943f1-afa7-4ade-ae50-7efb6dc7d5a3" providerId="ADAL" clId="{D002B4D2-25AC-4B0A-8BD0-D99F88F888C8}" dt="2026-06-08T21:24:08.505" v="1970" actId="26606"/>
          <ac:spMkLst>
            <pc:docMk/>
            <pc:sldMk cId="2740913332" sldId="278"/>
            <ac:spMk id="25" creationId="{488FB347-E0F8-4BCD-9ACF-9A8CE959945C}"/>
          </ac:spMkLst>
        </pc:spChg>
        <pc:spChg chg="add del">
          <ac:chgData name="Sude Yılmaz" userId="9fe943f1-afa7-4ade-ae50-7efb6dc7d5a3" providerId="ADAL" clId="{D002B4D2-25AC-4B0A-8BD0-D99F88F888C8}" dt="2026-06-08T21:23:55.327" v="1966" actId="26606"/>
          <ac:spMkLst>
            <pc:docMk/>
            <pc:sldMk cId="2740913332" sldId="278"/>
            <ac:spMk id="26" creationId="{18E8515E-B8C8-482A-A9B5-CE57BC080AAD}"/>
          </ac:spMkLst>
        </pc:spChg>
        <pc:spChg chg="add del">
          <ac:chgData name="Sude Yılmaz" userId="9fe943f1-afa7-4ade-ae50-7efb6dc7d5a3" providerId="ADAL" clId="{D002B4D2-25AC-4B0A-8BD0-D99F88F888C8}" dt="2026-06-08T21:24:08.505" v="1970" actId="26606"/>
          <ac:spMkLst>
            <pc:docMk/>
            <pc:sldMk cId="2740913332" sldId="278"/>
            <ac:spMk id="27" creationId="{DBD76F10-08F2-4210-AA40-B3CD8B741850}"/>
          </ac:spMkLst>
        </pc:spChg>
        <pc:spChg chg="add del">
          <ac:chgData name="Sude Yılmaz" userId="9fe943f1-afa7-4ade-ae50-7efb6dc7d5a3" providerId="ADAL" clId="{D002B4D2-25AC-4B0A-8BD0-D99F88F888C8}" dt="2026-06-08T21:24:12.006" v="1972" actId="26606"/>
          <ac:spMkLst>
            <pc:docMk/>
            <pc:sldMk cId="2740913332" sldId="278"/>
            <ac:spMk id="29" creationId="{CDDE5CDF-1512-4CDA-B956-23D223F8DE44}"/>
          </ac:spMkLst>
        </pc:spChg>
        <pc:spChg chg="add del">
          <ac:chgData name="Sude Yılmaz" userId="9fe943f1-afa7-4ade-ae50-7efb6dc7d5a3" providerId="ADAL" clId="{D002B4D2-25AC-4B0A-8BD0-D99F88F888C8}" dt="2026-06-08T21:24:12.006" v="1972" actId="26606"/>
          <ac:spMkLst>
            <pc:docMk/>
            <pc:sldMk cId="2740913332" sldId="278"/>
            <ac:spMk id="32" creationId="{882C17D0-0115-4E43-AF4A-3BA36E80919D}"/>
          </ac:spMkLst>
        </pc:spChg>
        <pc:spChg chg="add del">
          <ac:chgData name="Sude Yılmaz" userId="9fe943f1-afa7-4ade-ae50-7efb6dc7d5a3" providerId="ADAL" clId="{D002B4D2-25AC-4B0A-8BD0-D99F88F888C8}" dt="2026-06-08T21:24:12.006" v="1972" actId="26606"/>
          <ac:spMkLst>
            <pc:docMk/>
            <pc:sldMk cId="2740913332" sldId="278"/>
            <ac:spMk id="33" creationId="{A2982B51-6FEC-4000-8197-30B2EE78ADE0}"/>
          </ac:spMkLst>
        </pc:spChg>
        <pc:spChg chg="add del">
          <ac:chgData name="Sude Yılmaz" userId="9fe943f1-afa7-4ade-ae50-7efb6dc7d5a3" providerId="ADAL" clId="{D002B4D2-25AC-4B0A-8BD0-D99F88F888C8}" dt="2026-06-08T21:24:12.006" v="1972" actId="26606"/>
          <ac:spMkLst>
            <pc:docMk/>
            <pc:sldMk cId="2740913332" sldId="278"/>
            <ac:spMk id="34" creationId="{E5DFB8AC-1A2A-4330-B50D-AAE63C682328}"/>
          </ac:spMkLst>
        </pc:spChg>
        <pc:spChg chg="add del">
          <ac:chgData name="Sude Yılmaz" userId="9fe943f1-afa7-4ade-ae50-7efb6dc7d5a3" providerId="ADAL" clId="{D002B4D2-25AC-4B0A-8BD0-D99F88F888C8}" dt="2026-06-08T21:24:12.880" v="1974" actId="26606"/>
          <ac:spMkLst>
            <pc:docMk/>
            <pc:sldMk cId="2740913332" sldId="278"/>
            <ac:spMk id="36" creationId="{6738F172-08B9-4BA5-B753-7D93472C0B11}"/>
          </ac:spMkLst>
        </pc:spChg>
        <pc:spChg chg="add del">
          <ac:chgData name="Sude Yılmaz" userId="9fe943f1-afa7-4ade-ae50-7efb6dc7d5a3" providerId="ADAL" clId="{D002B4D2-25AC-4B0A-8BD0-D99F88F888C8}" dt="2026-06-08T21:26:03.912" v="1994"/>
          <ac:spMkLst>
            <pc:docMk/>
            <pc:sldMk cId="2740913332" sldId="278"/>
            <ac:spMk id="40" creationId="{6738F172-08B9-4BA5-B753-7D93472C0B11}"/>
          </ac:spMkLst>
        </pc:spChg>
        <pc:picChg chg="add del mod">
          <ac:chgData name="Sude Yılmaz" userId="9fe943f1-afa7-4ade-ae50-7efb6dc7d5a3" providerId="ADAL" clId="{D002B4D2-25AC-4B0A-8BD0-D99F88F888C8}" dt="2026-06-08T21:24:12.893" v="1975" actId="26606"/>
          <ac:picMkLst>
            <pc:docMk/>
            <pc:sldMk cId="2740913332" sldId="278"/>
            <ac:picMk id="8" creationId="{9DAFCE64-0EFC-B9B1-5372-6FA6FCB7D584}"/>
          </ac:picMkLst>
        </pc:picChg>
        <pc:picChg chg="add del mod">
          <ac:chgData name="Sude Yılmaz" userId="9fe943f1-afa7-4ade-ae50-7efb6dc7d5a3" providerId="ADAL" clId="{D002B4D2-25AC-4B0A-8BD0-D99F88F888C8}" dt="2026-06-08T21:22:56.490" v="1955" actId="22"/>
          <ac:picMkLst>
            <pc:docMk/>
            <pc:sldMk cId="2740913332" sldId="278"/>
            <ac:picMk id="10" creationId="{77A01549-EB6E-77B2-DF2C-BC08618C365F}"/>
          </ac:picMkLst>
        </pc:picChg>
        <pc:picChg chg="add del">
          <ac:chgData name="Sude Yılmaz" userId="9fe943f1-afa7-4ade-ae50-7efb6dc7d5a3" providerId="ADAL" clId="{D002B4D2-25AC-4B0A-8BD0-D99F88F888C8}" dt="2026-06-08T21:24:07.148" v="1968" actId="26606"/>
          <ac:picMkLst>
            <pc:docMk/>
            <pc:sldMk cId="2740913332" sldId="278"/>
            <ac:picMk id="14" creationId="{C900681B-C4FD-40B3-B5BC-C33231614C91}"/>
          </ac:picMkLst>
        </pc:picChg>
        <pc:picChg chg="add del">
          <ac:chgData name="Sude Yılmaz" userId="9fe943f1-afa7-4ade-ae50-7efb6dc7d5a3" providerId="ADAL" clId="{D002B4D2-25AC-4B0A-8BD0-D99F88F888C8}" dt="2026-06-08T21:23:55.327" v="1966" actId="26606"/>
          <ac:picMkLst>
            <pc:docMk/>
            <pc:sldMk cId="2740913332" sldId="278"/>
            <ac:picMk id="18" creationId="{B029D7D8-5A6B-4C76-94C8-15798C6C5ADB}"/>
          </ac:picMkLst>
        </pc:picChg>
        <pc:picChg chg="add del">
          <ac:chgData name="Sude Yılmaz" userId="9fe943f1-afa7-4ade-ae50-7efb6dc7d5a3" providerId="ADAL" clId="{D002B4D2-25AC-4B0A-8BD0-D99F88F888C8}" dt="2026-06-08T21:24:08.505" v="1970" actId="26606"/>
          <ac:picMkLst>
            <pc:docMk/>
            <pc:sldMk cId="2740913332" sldId="278"/>
            <ac:picMk id="19" creationId="{C900681B-C4FD-40B3-B5BC-C33231614C91}"/>
          </ac:picMkLst>
        </pc:picChg>
        <pc:picChg chg="add del">
          <ac:chgData name="Sude Yılmaz" userId="9fe943f1-afa7-4ade-ae50-7efb6dc7d5a3" providerId="ADAL" clId="{D002B4D2-25AC-4B0A-8BD0-D99F88F888C8}" dt="2026-06-08T21:24:12.006" v="1972" actId="26606"/>
          <ac:picMkLst>
            <pc:docMk/>
            <pc:sldMk cId="2740913332" sldId="278"/>
            <ac:picMk id="30" creationId="{B029D7D8-5A6B-4C76-94C8-15798C6C5ADB}"/>
          </ac:picMkLst>
        </pc:picChg>
        <pc:picChg chg="add del">
          <ac:chgData name="Sude Yılmaz" userId="9fe943f1-afa7-4ade-ae50-7efb6dc7d5a3" providerId="ADAL" clId="{D002B4D2-25AC-4B0A-8BD0-D99F88F888C8}" dt="2026-06-08T21:24:12.880" v="1974" actId="26606"/>
          <ac:picMkLst>
            <pc:docMk/>
            <pc:sldMk cId="2740913332" sldId="278"/>
            <ac:picMk id="37" creationId="{C900681B-C4FD-40B3-B5BC-C33231614C91}"/>
          </ac:picMkLst>
        </pc:picChg>
        <pc:picChg chg="add del">
          <ac:chgData name="Sude Yılmaz" userId="9fe943f1-afa7-4ade-ae50-7efb6dc7d5a3" providerId="ADAL" clId="{D002B4D2-25AC-4B0A-8BD0-D99F88F888C8}" dt="2026-06-08T21:26:03.912" v="1994"/>
          <ac:picMkLst>
            <pc:docMk/>
            <pc:sldMk cId="2740913332" sldId="278"/>
            <ac:picMk id="41" creationId="{C900681B-C4FD-40B3-B5BC-C33231614C91}"/>
          </ac:picMkLst>
        </pc:picChg>
        <pc:cxnChg chg="add del">
          <ac:chgData name="Sude Yılmaz" userId="9fe943f1-afa7-4ade-ae50-7efb6dc7d5a3" providerId="ADAL" clId="{D002B4D2-25AC-4B0A-8BD0-D99F88F888C8}" dt="2026-06-08T21:24:07.148" v="1968" actId="26606"/>
          <ac:cxnSpMkLst>
            <pc:docMk/>
            <pc:sldMk cId="2740913332" sldId="278"/>
            <ac:cxnSpMk id="15" creationId="{FEAACD67-2FB5-4530-9B74-8D946F1CE9E3}"/>
          </ac:cxnSpMkLst>
        </pc:cxnChg>
        <pc:cxnChg chg="add del">
          <ac:chgData name="Sude Yılmaz" userId="9fe943f1-afa7-4ade-ae50-7efb6dc7d5a3" providerId="ADAL" clId="{D002B4D2-25AC-4B0A-8BD0-D99F88F888C8}" dt="2026-06-08T21:23:55.327" v="1966" actId="26606"/>
          <ac:cxnSpMkLst>
            <pc:docMk/>
            <pc:sldMk cId="2740913332" sldId="278"/>
            <ac:cxnSpMk id="20" creationId="{A5C9319C-E20D-4884-952F-60B6A58C3E34}"/>
          </ac:cxnSpMkLst>
        </pc:cxnChg>
        <pc:cxnChg chg="add del">
          <ac:chgData name="Sude Yılmaz" userId="9fe943f1-afa7-4ade-ae50-7efb6dc7d5a3" providerId="ADAL" clId="{D002B4D2-25AC-4B0A-8BD0-D99F88F888C8}" dt="2026-06-08T21:24:08.505" v="1970" actId="26606"/>
          <ac:cxnSpMkLst>
            <pc:docMk/>
            <pc:sldMk cId="2740913332" sldId="278"/>
            <ac:cxnSpMk id="21" creationId="{FEAACD67-2FB5-4530-9B74-8D946F1CE9E3}"/>
          </ac:cxnSpMkLst>
        </pc:cxnChg>
        <pc:cxnChg chg="add del">
          <ac:chgData name="Sude Yılmaz" userId="9fe943f1-afa7-4ade-ae50-7efb6dc7d5a3" providerId="ADAL" clId="{D002B4D2-25AC-4B0A-8BD0-D99F88F888C8}" dt="2026-06-08T21:24:12.006" v="1972" actId="26606"/>
          <ac:cxnSpMkLst>
            <pc:docMk/>
            <pc:sldMk cId="2740913332" sldId="278"/>
            <ac:cxnSpMk id="31" creationId="{A5C9319C-E20D-4884-952F-60B6A58C3E34}"/>
          </ac:cxnSpMkLst>
        </pc:cxnChg>
        <pc:cxnChg chg="add del">
          <ac:chgData name="Sude Yılmaz" userId="9fe943f1-afa7-4ade-ae50-7efb6dc7d5a3" providerId="ADAL" clId="{D002B4D2-25AC-4B0A-8BD0-D99F88F888C8}" dt="2026-06-08T21:24:12.880" v="1974" actId="26606"/>
          <ac:cxnSpMkLst>
            <pc:docMk/>
            <pc:sldMk cId="2740913332" sldId="278"/>
            <ac:cxnSpMk id="38" creationId="{FEAACD67-2FB5-4530-9B74-8D946F1CE9E3}"/>
          </ac:cxnSpMkLst>
        </pc:cxnChg>
        <pc:cxnChg chg="add del">
          <ac:chgData name="Sude Yılmaz" userId="9fe943f1-afa7-4ade-ae50-7efb6dc7d5a3" providerId="ADAL" clId="{D002B4D2-25AC-4B0A-8BD0-D99F88F888C8}" dt="2026-06-08T21:26:03.912" v="1994"/>
          <ac:cxnSpMkLst>
            <pc:docMk/>
            <pc:sldMk cId="2740913332" sldId="278"/>
            <ac:cxnSpMk id="42" creationId="{FEAACD67-2FB5-4530-9B74-8D946F1CE9E3}"/>
          </ac:cxnSpMkLst>
        </pc:cxnChg>
      </pc:sldChg>
      <pc:sldChg chg="addSp delSp modSp new mod ord setBg setClrOvrMap">
        <pc:chgData name="Sude Yılmaz" userId="9fe943f1-afa7-4ade-ae50-7efb6dc7d5a3" providerId="ADAL" clId="{D002B4D2-25AC-4B0A-8BD0-D99F88F888C8}" dt="2026-06-08T21:42:56.165" v="2092"/>
        <pc:sldMkLst>
          <pc:docMk/>
          <pc:sldMk cId="1868419313" sldId="279"/>
        </pc:sldMkLst>
        <pc:spChg chg="mod">
          <ac:chgData name="Sude Yılmaz" userId="9fe943f1-afa7-4ade-ae50-7efb6dc7d5a3" providerId="ADAL" clId="{D002B4D2-25AC-4B0A-8BD0-D99F88F888C8}" dt="2026-06-08T21:42:30.533" v="2089" actId="1076"/>
          <ac:spMkLst>
            <pc:docMk/>
            <pc:sldMk cId="1868419313" sldId="279"/>
            <ac:spMk id="2" creationId="{8060C17F-5828-F605-E47E-9CDB24938AB9}"/>
          </ac:spMkLst>
        </pc:spChg>
        <pc:spChg chg="add del mod">
          <ac:chgData name="Sude Yılmaz" userId="9fe943f1-afa7-4ade-ae50-7efb6dc7d5a3" providerId="ADAL" clId="{D002B4D2-25AC-4B0A-8BD0-D99F88F888C8}" dt="2026-06-08T21:42:43.748" v="2090" actId="1076"/>
          <ac:spMkLst>
            <pc:docMk/>
            <pc:sldMk cId="1868419313" sldId="279"/>
            <ac:spMk id="3" creationId="{F67D6BC2-0E3A-09DC-B41C-26478DC9FC29}"/>
          </ac:spMkLst>
        </pc:spChg>
        <pc:spChg chg="add del">
          <ac:chgData name="Sude Yılmaz" userId="9fe943f1-afa7-4ade-ae50-7efb6dc7d5a3" providerId="ADAL" clId="{D002B4D2-25AC-4B0A-8BD0-D99F88F888C8}" dt="2026-06-08T21:40:52.094" v="2070" actId="26606"/>
          <ac:spMkLst>
            <pc:docMk/>
            <pc:sldMk cId="1868419313" sldId="279"/>
            <ac:spMk id="7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36:09.831" v="2010" actId="26606"/>
          <ac:spMkLst>
            <pc:docMk/>
            <pc:sldMk cId="1868419313" sldId="279"/>
            <ac:spMk id="8" creationId="{23522FE7-5A29-4EF6-B1EF-2CA55748A772}"/>
          </ac:spMkLst>
        </pc:spChg>
        <pc:spChg chg="add del">
          <ac:chgData name="Sude Yılmaz" userId="9fe943f1-afa7-4ade-ae50-7efb6dc7d5a3" providerId="ADAL" clId="{D002B4D2-25AC-4B0A-8BD0-D99F88F888C8}" dt="2026-06-08T21:34:51.771" v="2005" actId="26606"/>
          <ac:spMkLst>
            <pc:docMk/>
            <pc:sldMk cId="1868419313" sldId="279"/>
            <ac:spMk id="9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36:09.831" v="2010" actId="26606"/>
          <ac:spMkLst>
            <pc:docMk/>
            <pc:sldMk cId="1868419313" sldId="279"/>
            <ac:spMk id="16" creationId="{2FDF9410-E530-4E71-A2C0-4C24B489649E}"/>
          </ac:spMkLst>
        </pc:spChg>
        <pc:spChg chg="add del">
          <ac:chgData name="Sude Yılmaz" userId="9fe943f1-afa7-4ade-ae50-7efb6dc7d5a3" providerId="ADAL" clId="{D002B4D2-25AC-4B0A-8BD0-D99F88F888C8}" dt="2026-06-08T21:34:51.771" v="2005" actId="26606"/>
          <ac:spMkLst>
            <pc:docMk/>
            <pc:sldMk cId="1868419313" sldId="279"/>
            <ac:spMk id="17" creationId="{65513E21-21B0-48DB-8CF1-35E43B33A477}"/>
          </ac:spMkLst>
        </pc:spChg>
        <pc:spChg chg="add del">
          <ac:chgData name="Sude Yılmaz" userId="9fe943f1-afa7-4ade-ae50-7efb6dc7d5a3" providerId="ADAL" clId="{D002B4D2-25AC-4B0A-8BD0-D99F88F888C8}" dt="2026-06-08T21:34:52.672" v="2008" actId="26606"/>
          <ac:spMkLst>
            <pc:docMk/>
            <pc:sldMk cId="1868419313" sldId="279"/>
            <ac:spMk id="21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34:52.672" v="2008" actId="26606"/>
          <ac:spMkLst>
            <pc:docMk/>
            <pc:sldMk cId="1868419313" sldId="279"/>
            <ac:spMk id="26" creationId="{6A0FFA78-985C-4F50-B21A-77045C7DF657}"/>
          </ac:spMkLst>
        </pc:spChg>
        <pc:spChg chg="add del">
          <ac:chgData name="Sude Yılmaz" userId="9fe943f1-afa7-4ade-ae50-7efb6dc7d5a3" providerId="ADAL" clId="{D002B4D2-25AC-4B0A-8BD0-D99F88F888C8}" dt="2026-06-08T21:40:52.094" v="2070" actId="26606"/>
          <ac:spMkLst>
            <pc:docMk/>
            <pc:sldMk cId="1868419313" sldId="279"/>
            <ac:spMk id="32" creationId="{6A0FFA78-985C-4F50-B21A-77045C7DF657}"/>
          </ac:spMkLst>
        </pc:spChg>
        <pc:spChg chg="add del">
          <ac:chgData name="Sude Yılmaz" userId="9fe943f1-afa7-4ade-ae50-7efb6dc7d5a3" providerId="ADAL" clId="{D002B4D2-25AC-4B0A-8BD0-D99F88F888C8}" dt="2026-06-08T21:40:57.854" v="2072" actId="26606"/>
          <ac:spMkLst>
            <pc:docMk/>
            <pc:sldMk cId="1868419313" sldId="279"/>
            <ac:spMk id="35" creationId="{1CE580D1-F917-4567-AFB4-99AA9B52ADF0}"/>
          </ac:spMkLst>
        </pc:spChg>
        <pc:spChg chg="add del">
          <ac:chgData name="Sude Yılmaz" userId="9fe943f1-afa7-4ade-ae50-7efb6dc7d5a3" providerId="ADAL" clId="{D002B4D2-25AC-4B0A-8BD0-D99F88F888C8}" dt="2026-06-08T21:40:57.854" v="2072" actId="26606"/>
          <ac:spMkLst>
            <pc:docMk/>
            <pc:sldMk cId="1868419313" sldId="279"/>
            <ac:spMk id="39" creationId="{65513E21-21B0-48DB-8CF1-35E43B33A477}"/>
          </ac:spMkLst>
        </pc:spChg>
        <pc:spChg chg="add del">
          <ac:chgData name="Sude Yılmaz" userId="9fe943f1-afa7-4ade-ae50-7efb6dc7d5a3" providerId="ADAL" clId="{D002B4D2-25AC-4B0A-8BD0-D99F88F888C8}" dt="2026-06-08T21:41:02.244" v="2075" actId="26606"/>
          <ac:spMkLst>
            <pc:docMk/>
            <pc:sldMk cId="1868419313" sldId="279"/>
            <ac:spMk id="43" creationId="{0CABCAE3-64FC-4149-819F-2C1812824154}"/>
          </ac:spMkLst>
        </pc:spChg>
        <pc:spChg chg="add del">
          <ac:chgData name="Sude Yılmaz" userId="9fe943f1-afa7-4ade-ae50-7efb6dc7d5a3" providerId="ADAL" clId="{D002B4D2-25AC-4B0A-8BD0-D99F88F888C8}" dt="2026-06-08T21:41:02.244" v="2075" actId="26606"/>
          <ac:spMkLst>
            <pc:docMk/>
            <pc:sldMk cId="1868419313" sldId="279"/>
            <ac:spMk id="47" creationId="{D0712110-0BC1-4B31-B3BB-63B44222E87F}"/>
          </ac:spMkLst>
        </pc:spChg>
        <pc:spChg chg="add del">
          <ac:chgData name="Sude Yılmaz" userId="9fe943f1-afa7-4ade-ae50-7efb6dc7d5a3" providerId="ADAL" clId="{D002B4D2-25AC-4B0A-8BD0-D99F88F888C8}" dt="2026-06-08T21:41:02.244" v="2075" actId="26606"/>
          <ac:spMkLst>
            <pc:docMk/>
            <pc:sldMk cId="1868419313" sldId="279"/>
            <ac:spMk id="48" creationId="{4466B5F3-C053-4580-B04A-1EF949888280}"/>
          </ac:spMkLst>
        </pc:spChg>
        <pc:spChg chg="add del">
          <ac:chgData name="Sude Yılmaz" userId="9fe943f1-afa7-4ade-ae50-7efb6dc7d5a3" providerId="ADAL" clId="{D002B4D2-25AC-4B0A-8BD0-D99F88F888C8}" dt="2026-06-08T21:41:07.851" v="2078" actId="26606"/>
          <ac:spMkLst>
            <pc:docMk/>
            <pc:sldMk cId="1868419313" sldId="279"/>
            <ac:spMk id="54" creationId="{0CABCAE3-64FC-4149-819F-2C1812824154}"/>
          </ac:spMkLst>
        </pc:spChg>
        <pc:spChg chg="add del">
          <ac:chgData name="Sude Yılmaz" userId="9fe943f1-afa7-4ade-ae50-7efb6dc7d5a3" providerId="ADAL" clId="{D002B4D2-25AC-4B0A-8BD0-D99F88F888C8}" dt="2026-06-08T21:41:07.851" v="2078" actId="26606"/>
          <ac:spMkLst>
            <pc:docMk/>
            <pc:sldMk cId="1868419313" sldId="279"/>
            <ac:spMk id="58" creationId="{D0712110-0BC1-4B31-B3BB-63B44222E87F}"/>
          </ac:spMkLst>
        </pc:spChg>
        <pc:spChg chg="add del">
          <ac:chgData name="Sude Yılmaz" userId="9fe943f1-afa7-4ade-ae50-7efb6dc7d5a3" providerId="ADAL" clId="{D002B4D2-25AC-4B0A-8BD0-D99F88F888C8}" dt="2026-06-08T21:41:07.851" v="2078" actId="26606"/>
          <ac:spMkLst>
            <pc:docMk/>
            <pc:sldMk cId="1868419313" sldId="279"/>
            <ac:spMk id="59" creationId="{4466B5F3-C053-4580-B04A-1EF949888280}"/>
          </ac:spMkLst>
        </pc:spChg>
        <pc:spChg chg="add">
          <ac:chgData name="Sude Yılmaz" userId="9fe943f1-afa7-4ade-ae50-7efb6dc7d5a3" providerId="ADAL" clId="{D002B4D2-25AC-4B0A-8BD0-D99F88F888C8}" dt="2026-06-08T21:41:07.881" v="2079" actId="26606"/>
          <ac:spMkLst>
            <pc:docMk/>
            <pc:sldMk cId="1868419313" sldId="279"/>
            <ac:spMk id="65" creationId="{23522FE7-5A29-4EF6-B1EF-2CA55748A772}"/>
          </ac:spMkLst>
        </pc:spChg>
        <pc:spChg chg="add">
          <ac:chgData name="Sude Yılmaz" userId="9fe943f1-afa7-4ade-ae50-7efb6dc7d5a3" providerId="ADAL" clId="{D002B4D2-25AC-4B0A-8BD0-D99F88F888C8}" dt="2026-06-08T21:41:07.881" v="2079" actId="26606"/>
          <ac:spMkLst>
            <pc:docMk/>
            <pc:sldMk cId="1868419313" sldId="279"/>
            <ac:spMk id="69" creationId="{1EE485E7-7D6D-4CB0-A3AD-261D97B2EFEA}"/>
          </ac:spMkLst>
        </pc:spChg>
        <pc:spChg chg="add">
          <ac:chgData name="Sude Yılmaz" userId="9fe943f1-afa7-4ade-ae50-7efb6dc7d5a3" providerId="ADAL" clId="{D002B4D2-25AC-4B0A-8BD0-D99F88F888C8}" dt="2026-06-08T21:41:07.881" v="2079" actId="26606"/>
          <ac:spMkLst>
            <pc:docMk/>
            <pc:sldMk cId="1868419313" sldId="279"/>
            <ac:spMk id="70" creationId="{A55E3208-F0C4-4962-8946-065C94F89635}"/>
          </ac:spMkLst>
        </pc:spChg>
        <pc:graphicFrameChg chg="add del mod">
          <ac:chgData name="Sude Yılmaz" userId="9fe943f1-afa7-4ade-ae50-7efb6dc7d5a3" providerId="ADAL" clId="{D002B4D2-25AC-4B0A-8BD0-D99F88F888C8}" dt="2026-06-08T21:40:42.008" v="2067" actId="26606"/>
          <ac:graphicFrameMkLst>
            <pc:docMk/>
            <pc:sldMk cId="1868419313" sldId="279"/>
            <ac:graphicFrameMk id="6" creationId="{B0327781-FADB-B791-E27E-8B40FFBB6140}"/>
          </ac:graphicFrameMkLst>
        </pc:graphicFrameChg>
        <pc:picChg chg="add del">
          <ac:chgData name="Sude Yılmaz" userId="9fe943f1-afa7-4ade-ae50-7efb6dc7d5a3" providerId="ADAL" clId="{D002B4D2-25AC-4B0A-8BD0-D99F88F888C8}" dt="2026-06-08T21:34:51.771" v="2005" actId="26606"/>
          <ac:picMkLst>
            <pc:docMk/>
            <pc:sldMk cId="1868419313" sldId="279"/>
            <ac:picMk id="5" creationId="{1A17CBC2-1730-42B3-65B6-FAE86CEEE2E4}"/>
          </ac:picMkLst>
        </pc:picChg>
        <pc:picChg chg="add del">
          <ac:chgData name="Sude Yılmaz" userId="9fe943f1-afa7-4ade-ae50-7efb6dc7d5a3" providerId="ADAL" clId="{D002B4D2-25AC-4B0A-8BD0-D99F88F888C8}" dt="2026-06-08T21:36:09.831" v="2010" actId="26606"/>
          <ac:picMkLst>
            <pc:docMk/>
            <pc:sldMk cId="1868419313" sldId="279"/>
            <ac:picMk id="10" creationId="{C2192E09-EBC7-416C-B887-DFF915D7F43D}"/>
          </ac:picMkLst>
        </pc:picChg>
        <pc:picChg chg="add del">
          <ac:chgData name="Sude Yılmaz" userId="9fe943f1-afa7-4ade-ae50-7efb6dc7d5a3" providerId="ADAL" clId="{D002B4D2-25AC-4B0A-8BD0-D99F88F888C8}" dt="2026-06-08T21:34:51.771" v="2005" actId="26606"/>
          <ac:picMkLst>
            <pc:docMk/>
            <pc:sldMk cId="1868419313" sldId="279"/>
            <ac:picMk id="11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21:34:52.672" v="2008" actId="26606"/>
          <ac:picMkLst>
            <pc:docMk/>
            <pc:sldMk cId="1868419313" sldId="279"/>
            <ac:picMk id="22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21:34:52.672" v="2008" actId="26606"/>
          <ac:picMkLst>
            <pc:docMk/>
            <pc:sldMk cId="1868419313" sldId="279"/>
            <ac:picMk id="25" creationId="{2B7AC665-2221-CF3D-FF97-838CEC69DC56}"/>
          </ac:picMkLst>
        </pc:picChg>
        <pc:picChg chg="add del">
          <ac:chgData name="Sude Yılmaz" userId="9fe943f1-afa7-4ade-ae50-7efb6dc7d5a3" providerId="ADAL" clId="{D002B4D2-25AC-4B0A-8BD0-D99F88F888C8}" dt="2026-06-08T21:40:52.094" v="2070" actId="26606"/>
          <ac:picMkLst>
            <pc:docMk/>
            <pc:sldMk cId="1868419313" sldId="279"/>
            <ac:picMk id="28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21:40:52.094" v="2070" actId="26606"/>
          <ac:picMkLst>
            <pc:docMk/>
            <pc:sldMk cId="1868419313" sldId="279"/>
            <ac:picMk id="31" creationId="{6B891073-660D-AE65-83E2-C7D1A5353CB4}"/>
          </ac:picMkLst>
        </pc:picChg>
        <pc:picChg chg="add del">
          <ac:chgData name="Sude Yılmaz" userId="9fe943f1-afa7-4ade-ae50-7efb6dc7d5a3" providerId="ADAL" clId="{D002B4D2-25AC-4B0A-8BD0-D99F88F888C8}" dt="2026-06-08T21:40:57.854" v="2072" actId="26606"/>
          <ac:picMkLst>
            <pc:docMk/>
            <pc:sldMk cId="1868419313" sldId="279"/>
            <ac:picMk id="36" creationId="{1F5620B8-A2D8-4568-B566-F0453A0D9167}"/>
          </ac:picMkLst>
        </pc:picChg>
        <pc:picChg chg="add del">
          <ac:chgData name="Sude Yılmaz" userId="9fe943f1-afa7-4ade-ae50-7efb6dc7d5a3" providerId="ADAL" clId="{D002B4D2-25AC-4B0A-8BD0-D99F88F888C8}" dt="2026-06-08T21:40:57.854" v="2072" actId="26606"/>
          <ac:picMkLst>
            <pc:docMk/>
            <pc:sldMk cId="1868419313" sldId="279"/>
            <ac:picMk id="40" creationId="{AE3444D1-6A77-7054-89B0-6BFB10F5AA2E}"/>
          </ac:picMkLst>
        </pc:picChg>
        <pc:picChg chg="add del">
          <ac:chgData name="Sude Yılmaz" userId="9fe943f1-afa7-4ade-ae50-7efb6dc7d5a3" providerId="ADAL" clId="{D002B4D2-25AC-4B0A-8BD0-D99F88F888C8}" dt="2026-06-08T21:41:02.244" v="2075" actId="26606"/>
          <ac:picMkLst>
            <pc:docMk/>
            <pc:sldMk cId="1868419313" sldId="279"/>
            <ac:picMk id="44" creationId="{012FDCFE-9AD2-4D8A-8CBF-B3AA37EBF6DD}"/>
          </ac:picMkLst>
        </pc:picChg>
        <pc:picChg chg="add del">
          <ac:chgData name="Sude Yılmaz" userId="9fe943f1-afa7-4ade-ae50-7efb6dc7d5a3" providerId="ADAL" clId="{D002B4D2-25AC-4B0A-8BD0-D99F88F888C8}" dt="2026-06-08T21:41:02.244" v="2075" actId="26606"/>
          <ac:picMkLst>
            <pc:docMk/>
            <pc:sldMk cId="1868419313" sldId="279"/>
            <ac:picMk id="50" creationId="{7F49445D-7A1B-7A73-C699-AE6122EB7CD8}"/>
          </ac:picMkLst>
        </pc:picChg>
        <pc:picChg chg="add del">
          <ac:chgData name="Sude Yılmaz" userId="9fe943f1-afa7-4ade-ae50-7efb6dc7d5a3" providerId="ADAL" clId="{D002B4D2-25AC-4B0A-8BD0-D99F88F888C8}" dt="2026-06-08T21:41:02.244" v="2075" actId="26606"/>
          <ac:picMkLst>
            <pc:docMk/>
            <pc:sldMk cId="1868419313" sldId="279"/>
            <ac:picMk id="51" creationId="{25CED634-E2D0-4AB7-96DD-816C9B52C5CF}"/>
          </ac:picMkLst>
        </pc:picChg>
        <pc:picChg chg="add del">
          <ac:chgData name="Sude Yılmaz" userId="9fe943f1-afa7-4ade-ae50-7efb6dc7d5a3" providerId="ADAL" clId="{D002B4D2-25AC-4B0A-8BD0-D99F88F888C8}" dt="2026-06-08T21:41:07.851" v="2078" actId="26606"/>
          <ac:picMkLst>
            <pc:docMk/>
            <pc:sldMk cId="1868419313" sldId="279"/>
            <ac:picMk id="55" creationId="{012FDCFE-9AD2-4D8A-8CBF-B3AA37EBF6DD}"/>
          </ac:picMkLst>
        </pc:picChg>
        <pc:picChg chg="add del">
          <ac:chgData name="Sude Yılmaz" userId="9fe943f1-afa7-4ade-ae50-7efb6dc7d5a3" providerId="ADAL" clId="{D002B4D2-25AC-4B0A-8BD0-D99F88F888C8}" dt="2026-06-08T21:41:07.851" v="2078" actId="26606"/>
          <ac:picMkLst>
            <pc:docMk/>
            <pc:sldMk cId="1868419313" sldId="279"/>
            <ac:picMk id="61" creationId="{E703F07D-1F86-E5D7-DE9D-56E922402C95}"/>
          </ac:picMkLst>
        </pc:picChg>
        <pc:picChg chg="add del">
          <ac:chgData name="Sude Yılmaz" userId="9fe943f1-afa7-4ade-ae50-7efb6dc7d5a3" providerId="ADAL" clId="{D002B4D2-25AC-4B0A-8BD0-D99F88F888C8}" dt="2026-06-08T21:41:07.851" v="2078" actId="26606"/>
          <ac:picMkLst>
            <pc:docMk/>
            <pc:sldMk cId="1868419313" sldId="279"/>
            <ac:picMk id="62" creationId="{25CED634-E2D0-4AB7-96DD-816C9B52C5CF}"/>
          </ac:picMkLst>
        </pc:picChg>
        <pc:picChg chg="add">
          <ac:chgData name="Sude Yılmaz" userId="9fe943f1-afa7-4ade-ae50-7efb6dc7d5a3" providerId="ADAL" clId="{D002B4D2-25AC-4B0A-8BD0-D99F88F888C8}" dt="2026-06-08T21:41:07.881" v="2079" actId="26606"/>
          <ac:picMkLst>
            <pc:docMk/>
            <pc:sldMk cId="1868419313" sldId="279"/>
            <ac:picMk id="66" creationId="{C2192E09-EBC7-416C-B887-DFF915D7F43D}"/>
          </ac:picMkLst>
        </pc:picChg>
        <pc:picChg chg="add">
          <ac:chgData name="Sude Yılmaz" userId="9fe943f1-afa7-4ade-ae50-7efb6dc7d5a3" providerId="ADAL" clId="{D002B4D2-25AC-4B0A-8BD0-D99F88F888C8}" dt="2026-06-08T21:41:07.881" v="2079" actId="26606"/>
          <ac:picMkLst>
            <pc:docMk/>
            <pc:sldMk cId="1868419313" sldId="279"/>
            <ac:picMk id="72" creationId="{7021C573-B3FF-44B8-A5DE-AB39E9AA6B96}"/>
          </ac:picMkLst>
        </pc:picChg>
        <pc:cxnChg chg="add del">
          <ac:chgData name="Sude Yılmaz" userId="9fe943f1-afa7-4ade-ae50-7efb6dc7d5a3" providerId="ADAL" clId="{D002B4D2-25AC-4B0A-8BD0-D99F88F888C8}" dt="2026-06-08T21:36:09.831" v="2010" actId="26606"/>
          <ac:cxnSpMkLst>
            <pc:docMk/>
            <pc:sldMk cId="1868419313" sldId="279"/>
            <ac:cxnSpMk id="12" creationId="{2924498D-E084-44BE-A196-CFCE35564350}"/>
          </ac:cxnSpMkLst>
        </pc:cxnChg>
        <pc:cxnChg chg="add del">
          <ac:chgData name="Sude Yılmaz" userId="9fe943f1-afa7-4ade-ae50-7efb6dc7d5a3" providerId="ADAL" clId="{D002B4D2-25AC-4B0A-8BD0-D99F88F888C8}" dt="2026-06-08T21:34:51.771" v="2005" actId="26606"/>
          <ac:cxnSpMkLst>
            <pc:docMk/>
            <pc:sldMk cId="1868419313" sldId="279"/>
            <ac:cxnSpMk id="13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21:36:09.831" v="2010" actId="26606"/>
          <ac:cxnSpMkLst>
            <pc:docMk/>
            <pc:sldMk cId="1868419313" sldId="279"/>
            <ac:cxnSpMk id="14" creationId="{3BBC7667-C352-4842-9AFD-E5C16AD002F4}"/>
          </ac:cxnSpMkLst>
        </pc:cxnChg>
        <pc:cxnChg chg="add del">
          <ac:chgData name="Sude Yılmaz" userId="9fe943f1-afa7-4ade-ae50-7efb6dc7d5a3" providerId="ADAL" clId="{D002B4D2-25AC-4B0A-8BD0-D99F88F888C8}" dt="2026-06-08T21:34:51.771" v="2005" actId="26606"/>
          <ac:cxnSpMkLst>
            <pc:docMk/>
            <pc:sldMk cId="1868419313" sldId="279"/>
            <ac:cxnSpMk id="15" creationId="{4977F1E1-2B6F-4BB6-899F-67D8764D83C5}"/>
          </ac:cxnSpMkLst>
        </pc:cxnChg>
        <pc:cxnChg chg="add del">
          <ac:chgData name="Sude Yılmaz" userId="9fe943f1-afa7-4ade-ae50-7efb6dc7d5a3" providerId="ADAL" clId="{D002B4D2-25AC-4B0A-8BD0-D99F88F888C8}" dt="2026-06-08T21:36:09.831" v="2010" actId="26606"/>
          <ac:cxnSpMkLst>
            <pc:docMk/>
            <pc:sldMk cId="1868419313" sldId="279"/>
            <ac:cxnSpMk id="18" creationId="{53268B1E-8861-4702-9529-5A8FB23A618F}"/>
          </ac:cxnSpMkLst>
        </pc:cxnChg>
        <pc:cxnChg chg="add del">
          <ac:chgData name="Sude Yılmaz" userId="9fe943f1-afa7-4ade-ae50-7efb6dc7d5a3" providerId="ADAL" clId="{D002B4D2-25AC-4B0A-8BD0-D99F88F888C8}" dt="2026-06-08T21:34:51.771" v="2005" actId="26606"/>
          <ac:cxnSpMkLst>
            <pc:docMk/>
            <pc:sldMk cId="1868419313" sldId="279"/>
            <ac:cxnSpMk id="19" creationId="{580B8A35-DEA7-4D43-9DF8-90B4681D0FAD}"/>
          </ac:cxnSpMkLst>
        </pc:cxnChg>
        <pc:cxnChg chg="add del">
          <ac:chgData name="Sude Yılmaz" userId="9fe943f1-afa7-4ade-ae50-7efb6dc7d5a3" providerId="ADAL" clId="{D002B4D2-25AC-4B0A-8BD0-D99F88F888C8}" dt="2026-06-08T21:36:09.831" v="2010" actId="26606"/>
          <ac:cxnSpMkLst>
            <pc:docMk/>
            <pc:sldMk cId="1868419313" sldId="279"/>
            <ac:cxnSpMk id="20" creationId="{BC6646AE-8FD6-411E-8640-6CCB250D54FB}"/>
          </ac:cxnSpMkLst>
        </pc:cxnChg>
        <pc:cxnChg chg="add del">
          <ac:chgData name="Sude Yılmaz" userId="9fe943f1-afa7-4ade-ae50-7efb6dc7d5a3" providerId="ADAL" clId="{D002B4D2-25AC-4B0A-8BD0-D99F88F888C8}" dt="2026-06-08T21:34:52.672" v="2008" actId="26606"/>
          <ac:cxnSpMkLst>
            <pc:docMk/>
            <pc:sldMk cId="1868419313" sldId="279"/>
            <ac:cxnSpMk id="23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21:34:52.672" v="2008" actId="26606"/>
          <ac:cxnSpMkLst>
            <pc:docMk/>
            <pc:sldMk cId="1868419313" sldId="279"/>
            <ac:cxnSpMk id="24" creationId="{4977F1E1-2B6F-4BB6-899F-67D8764D83C5}"/>
          </ac:cxnSpMkLst>
        </pc:cxnChg>
        <pc:cxnChg chg="add del">
          <ac:chgData name="Sude Yılmaz" userId="9fe943f1-afa7-4ade-ae50-7efb6dc7d5a3" providerId="ADAL" clId="{D002B4D2-25AC-4B0A-8BD0-D99F88F888C8}" dt="2026-06-08T21:34:52.672" v="2008" actId="26606"/>
          <ac:cxnSpMkLst>
            <pc:docMk/>
            <pc:sldMk cId="1868419313" sldId="279"/>
            <ac:cxnSpMk id="27" creationId="{65409EC7-69B1-45CC-8FB7-1964C1AB6720}"/>
          </ac:cxnSpMkLst>
        </pc:cxnChg>
        <pc:cxnChg chg="add del">
          <ac:chgData name="Sude Yılmaz" userId="9fe943f1-afa7-4ade-ae50-7efb6dc7d5a3" providerId="ADAL" clId="{D002B4D2-25AC-4B0A-8BD0-D99F88F888C8}" dt="2026-06-08T21:40:52.094" v="2070" actId="26606"/>
          <ac:cxnSpMkLst>
            <pc:docMk/>
            <pc:sldMk cId="1868419313" sldId="279"/>
            <ac:cxnSpMk id="29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21:40:52.094" v="2070" actId="26606"/>
          <ac:cxnSpMkLst>
            <pc:docMk/>
            <pc:sldMk cId="1868419313" sldId="279"/>
            <ac:cxnSpMk id="30" creationId="{4977F1E1-2B6F-4BB6-899F-67D8764D83C5}"/>
          </ac:cxnSpMkLst>
        </pc:cxnChg>
        <pc:cxnChg chg="add del">
          <ac:chgData name="Sude Yılmaz" userId="9fe943f1-afa7-4ade-ae50-7efb6dc7d5a3" providerId="ADAL" clId="{D002B4D2-25AC-4B0A-8BD0-D99F88F888C8}" dt="2026-06-08T21:40:52.094" v="2070" actId="26606"/>
          <ac:cxnSpMkLst>
            <pc:docMk/>
            <pc:sldMk cId="1868419313" sldId="279"/>
            <ac:cxnSpMk id="33" creationId="{65409EC7-69B1-45CC-8FB7-1964C1AB6720}"/>
          </ac:cxnSpMkLst>
        </pc:cxnChg>
        <pc:cxnChg chg="add del">
          <ac:chgData name="Sude Yılmaz" userId="9fe943f1-afa7-4ade-ae50-7efb6dc7d5a3" providerId="ADAL" clId="{D002B4D2-25AC-4B0A-8BD0-D99F88F888C8}" dt="2026-06-08T21:40:57.854" v="2072" actId="26606"/>
          <ac:cxnSpMkLst>
            <pc:docMk/>
            <pc:sldMk cId="1868419313" sldId="279"/>
            <ac:cxnSpMk id="37" creationId="{1C7D2BA4-4B7A-4596-8BCC-5CF715423894}"/>
          </ac:cxnSpMkLst>
        </pc:cxnChg>
        <pc:cxnChg chg="add del">
          <ac:chgData name="Sude Yılmaz" userId="9fe943f1-afa7-4ade-ae50-7efb6dc7d5a3" providerId="ADAL" clId="{D002B4D2-25AC-4B0A-8BD0-D99F88F888C8}" dt="2026-06-08T21:40:57.854" v="2072" actId="26606"/>
          <ac:cxnSpMkLst>
            <pc:docMk/>
            <pc:sldMk cId="1868419313" sldId="279"/>
            <ac:cxnSpMk id="38" creationId="{4977F1E1-2B6F-4BB6-899F-67D8764D83C5}"/>
          </ac:cxnSpMkLst>
        </pc:cxnChg>
        <pc:cxnChg chg="add del">
          <ac:chgData name="Sude Yılmaz" userId="9fe943f1-afa7-4ade-ae50-7efb6dc7d5a3" providerId="ADAL" clId="{D002B4D2-25AC-4B0A-8BD0-D99F88F888C8}" dt="2026-06-08T21:40:57.854" v="2072" actId="26606"/>
          <ac:cxnSpMkLst>
            <pc:docMk/>
            <pc:sldMk cId="1868419313" sldId="279"/>
            <ac:cxnSpMk id="41" creationId="{580B8A35-DEA7-4D43-9DF8-90B4681D0FAD}"/>
          </ac:cxnSpMkLst>
        </pc:cxnChg>
        <pc:cxnChg chg="add del">
          <ac:chgData name="Sude Yılmaz" userId="9fe943f1-afa7-4ade-ae50-7efb6dc7d5a3" providerId="ADAL" clId="{D002B4D2-25AC-4B0A-8BD0-D99F88F888C8}" dt="2026-06-08T21:41:02.244" v="2075" actId="26606"/>
          <ac:cxnSpMkLst>
            <pc:docMk/>
            <pc:sldMk cId="1868419313" sldId="279"/>
            <ac:cxnSpMk id="45" creationId="{FBD463FC-4CA8-4FF4-85A3-AF9F4B98D210}"/>
          </ac:cxnSpMkLst>
        </pc:cxnChg>
        <pc:cxnChg chg="add del">
          <ac:chgData name="Sude Yılmaz" userId="9fe943f1-afa7-4ade-ae50-7efb6dc7d5a3" providerId="ADAL" clId="{D002B4D2-25AC-4B0A-8BD0-D99F88F888C8}" dt="2026-06-08T21:41:02.244" v="2075" actId="26606"/>
          <ac:cxnSpMkLst>
            <pc:docMk/>
            <pc:sldMk cId="1868419313" sldId="279"/>
            <ac:cxnSpMk id="49" creationId="{FA6123F2-4B61-414F-A7E5-5B7828EACAE2}"/>
          </ac:cxnSpMkLst>
        </pc:cxnChg>
        <pc:cxnChg chg="add del">
          <ac:chgData name="Sude Yılmaz" userId="9fe943f1-afa7-4ade-ae50-7efb6dc7d5a3" providerId="ADAL" clId="{D002B4D2-25AC-4B0A-8BD0-D99F88F888C8}" dt="2026-06-08T21:41:07.851" v="2078" actId="26606"/>
          <ac:cxnSpMkLst>
            <pc:docMk/>
            <pc:sldMk cId="1868419313" sldId="279"/>
            <ac:cxnSpMk id="56" creationId="{FBD463FC-4CA8-4FF4-85A3-AF9F4B98D210}"/>
          </ac:cxnSpMkLst>
        </pc:cxnChg>
        <pc:cxnChg chg="add del">
          <ac:chgData name="Sude Yılmaz" userId="9fe943f1-afa7-4ade-ae50-7efb6dc7d5a3" providerId="ADAL" clId="{D002B4D2-25AC-4B0A-8BD0-D99F88F888C8}" dt="2026-06-08T21:41:07.851" v="2078" actId="26606"/>
          <ac:cxnSpMkLst>
            <pc:docMk/>
            <pc:sldMk cId="1868419313" sldId="279"/>
            <ac:cxnSpMk id="60" creationId="{FA6123F2-4B61-414F-A7E5-5B7828EACAE2}"/>
          </ac:cxnSpMkLst>
        </pc:cxnChg>
        <pc:cxnChg chg="add">
          <ac:chgData name="Sude Yılmaz" userId="9fe943f1-afa7-4ade-ae50-7efb6dc7d5a3" providerId="ADAL" clId="{D002B4D2-25AC-4B0A-8BD0-D99F88F888C8}" dt="2026-06-08T21:41:07.881" v="2079" actId="26606"/>
          <ac:cxnSpMkLst>
            <pc:docMk/>
            <pc:sldMk cId="1868419313" sldId="279"/>
            <ac:cxnSpMk id="67" creationId="{2924498D-E084-44BE-A196-CFCE35564350}"/>
          </ac:cxnSpMkLst>
        </pc:cxnChg>
        <pc:cxnChg chg="add">
          <ac:chgData name="Sude Yılmaz" userId="9fe943f1-afa7-4ade-ae50-7efb6dc7d5a3" providerId="ADAL" clId="{D002B4D2-25AC-4B0A-8BD0-D99F88F888C8}" dt="2026-06-08T21:41:07.881" v="2079" actId="26606"/>
          <ac:cxnSpMkLst>
            <pc:docMk/>
            <pc:sldMk cId="1868419313" sldId="279"/>
            <ac:cxnSpMk id="71" creationId="{4FAE17D3-C2DC-4665-AF20-33C5BACD5E01}"/>
          </ac:cxnSpMkLst>
        </pc:cxnChg>
        <pc:cxnChg chg="add">
          <ac:chgData name="Sude Yılmaz" userId="9fe943f1-afa7-4ade-ae50-7efb6dc7d5a3" providerId="ADAL" clId="{D002B4D2-25AC-4B0A-8BD0-D99F88F888C8}" dt="2026-06-08T21:41:07.881" v="2079" actId="26606"/>
          <ac:cxnSpMkLst>
            <pc:docMk/>
            <pc:sldMk cId="1868419313" sldId="279"/>
            <ac:cxnSpMk id="73" creationId="{50B0CCD4-E9B0-43B2-806F-05EDF57A7628}"/>
          </ac:cxnSpMkLst>
        </pc:cxnChg>
      </pc:sldChg>
      <pc:sldChg chg="modSp new mod">
        <pc:chgData name="Sude Yılmaz" userId="9fe943f1-afa7-4ade-ae50-7efb6dc7d5a3" providerId="ADAL" clId="{D002B4D2-25AC-4B0A-8BD0-D99F88F888C8}" dt="2026-06-08T23:00:59.389" v="2332" actId="20577"/>
        <pc:sldMkLst>
          <pc:docMk/>
          <pc:sldMk cId="2014561937" sldId="280"/>
        </pc:sldMkLst>
        <pc:spChg chg="mod">
          <ac:chgData name="Sude Yılmaz" userId="9fe943f1-afa7-4ade-ae50-7efb6dc7d5a3" providerId="ADAL" clId="{D002B4D2-25AC-4B0A-8BD0-D99F88F888C8}" dt="2026-06-08T23:00:59.389" v="2332" actId="20577"/>
          <ac:spMkLst>
            <pc:docMk/>
            <pc:sldMk cId="2014561937" sldId="280"/>
            <ac:spMk id="2" creationId="{90234535-5729-5580-EF92-2EC359F4CEDC}"/>
          </ac:spMkLst>
        </pc:spChg>
      </pc:sldChg>
      <pc:sldMasterChg chg="modSldLayout">
        <pc:chgData name="Sude Yılmaz" userId="9fe943f1-afa7-4ade-ae50-7efb6dc7d5a3" providerId="ADAL" clId="{D002B4D2-25AC-4B0A-8BD0-D99F88F888C8}" dt="2026-06-08T21:20:26.624" v="1931"/>
        <pc:sldMasterMkLst>
          <pc:docMk/>
          <pc:sldMasterMk cId="2026758089" sldId="2147483828"/>
        </pc:sldMasterMkLst>
        <pc:sldLayoutChg chg="delSp">
          <pc:chgData name="Sude Yılmaz" userId="9fe943f1-afa7-4ade-ae50-7efb6dc7d5a3" providerId="ADAL" clId="{D002B4D2-25AC-4B0A-8BD0-D99F88F888C8}" dt="2026-06-08T21:20:26.624" v="1931"/>
          <pc:sldLayoutMkLst>
            <pc:docMk/>
            <pc:sldMasterMk cId="2026758089" sldId="2147483828"/>
            <pc:sldLayoutMk cId="4185343730" sldId="2147483846"/>
          </pc:sldLayoutMkLst>
          <pc:cxnChg chg="del">
            <ac:chgData name="Sude Yılmaz" userId="9fe943f1-afa7-4ade-ae50-7efb6dc7d5a3" providerId="ADAL" clId="{D002B4D2-25AC-4B0A-8BD0-D99F88F888C8}" dt="2026-06-08T21:20:26.624" v="1931"/>
            <ac:cxnSpMkLst>
              <pc:docMk/>
              <pc:sldMasterMk cId="2026758089" sldId="2147483828"/>
              <pc:sldLayoutMk cId="4185343730" sldId="2147483846"/>
              <ac:cxnSpMk id="35" creationId="{00000000-0000-0000-0000-000000000000}"/>
            </ac:cxnSpMkLst>
          </pc:cxnChg>
        </pc:sldLayoutChg>
        <pc:sldLayoutChg chg="delSp">
          <pc:chgData name="Sude Yılmaz" userId="9fe943f1-afa7-4ade-ae50-7efb6dc7d5a3" providerId="ADAL" clId="{D002B4D2-25AC-4B0A-8BD0-D99F88F888C8}" dt="2026-06-08T21:20:26.624" v="1931"/>
          <pc:sldLayoutMkLst>
            <pc:docMk/>
            <pc:sldMasterMk cId="2026758089" sldId="2147483828"/>
            <pc:sldLayoutMk cId="85124974" sldId="2147483847"/>
          </pc:sldLayoutMkLst>
          <pc:cxnChg chg="del">
            <ac:chgData name="Sude Yılmaz" userId="9fe943f1-afa7-4ade-ae50-7efb6dc7d5a3" providerId="ADAL" clId="{D002B4D2-25AC-4B0A-8BD0-D99F88F888C8}" dt="2026-06-08T21:20:26.624" v="1931"/>
            <ac:cxnSpMkLst>
              <pc:docMk/>
              <pc:sldMasterMk cId="2026758089" sldId="2147483828"/>
              <pc:sldLayoutMk cId="85124974" sldId="2147483847"/>
              <ac:cxnSpMk id="33" creationId="{00000000-0000-0000-0000-000000000000}"/>
            </ac:cxnSpMkLst>
          </pc:cxnChg>
        </pc:sldLayoutChg>
        <pc:sldLayoutChg chg="delSp">
          <pc:chgData name="Sude Yılmaz" userId="9fe943f1-afa7-4ade-ae50-7efb6dc7d5a3" providerId="ADAL" clId="{D002B4D2-25AC-4B0A-8BD0-D99F88F888C8}" dt="2026-06-08T21:20:26.624" v="1931"/>
          <pc:sldLayoutMkLst>
            <pc:docMk/>
            <pc:sldMasterMk cId="2026758089" sldId="2147483828"/>
            <pc:sldLayoutMk cId="1669730633" sldId="2147483848"/>
          </pc:sldLayoutMkLst>
          <pc:cxnChg chg="del">
            <ac:chgData name="Sude Yılmaz" userId="9fe943f1-afa7-4ade-ae50-7efb6dc7d5a3" providerId="ADAL" clId="{D002B4D2-25AC-4B0A-8BD0-D99F88F888C8}" dt="2026-06-08T21:20:26.624" v="1931"/>
            <ac:cxnSpMkLst>
              <pc:docMk/>
              <pc:sldMasterMk cId="2026758089" sldId="2147483828"/>
              <pc:sldLayoutMk cId="1669730633" sldId="2147483848"/>
              <ac:cxnSpMk id="29" creationId="{00000000-0000-0000-0000-000000000000}"/>
            </ac:cxnSpMkLst>
          </pc:cxnChg>
        </pc:sldLayoutChg>
      </pc:sldMasterChg>
      <pc:sldMasterChg chg="modSldLayout">
        <pc:chgData name="Sude Yılmaz" userId="9fe943f1-afa7-4ade-ae50-7efb6dc7d5a3" providerId="ADAL" clId="{D002B4D2-25AC-4B0A-8BD0-D99F88F888C8}" dt="2026-06-08T21:22:59.687" v="1960"/>
        <pc:sldMasterMkLst>
          <pc:docMk/>
          <pc:sldMasterMk cId="1491362448" sldId="2147483861"/>
        </pc:sldMasterMkLst>
        <pc:sldLayoutChg chg="addSp delSp">
          <pc:chgData name="Sude Yılmaz" userId="9fe943f1-afa7-4ade-ae50-7efb6dc7d5a3" providerId="ADAL" clId="{D002B4D2-25AC-4B0A-8BD0-D99F88F888C8}" dt="2026-06-08T21:22:59.687" v="1960"/>
          <pc:sldLayoutMkLst>
            <pc:docMk/>
            <pc:sldMasterMk cId="1491362448" sldId="2147483861"/>
            <pc:sldLayoutMk cId="138020503" sldId="2147483879"/>
          </pc:sldLayoutMkLst>
          <pc:cxnChg chg="add del">
            <ac:chgData name="Sude Yılmaz" userId="9fe943f1-afa7-4ade-ae50-7efb6dc7d5a3" providerId="ADAL" clId="{D002B4D2-25AC-4B0A-8BD0-D99F88F888C8}" dt="2026-06-08T21:22:59.687" v="1960"/>
            <ac:cxnSpMkLst>
              <pc:docMk/>
              <pc:sldMasterMk cId="1491362448" sldId="2147483861"/>
              <pc:sldLayoutMk cId="138020503" sldId="2147483879"/>
              <ac:cxnSpMk id="35" creationId="{00000000-0000-0000-0000-000000000000}"/>
            </ac:cxnSpMkLst>
          </pc:cxnChg>
        </pc:sldLayoutChg>
        <pc:sldLayoutChg chg="addSp delSp">
          <pc:chgData name="Sude Yılmaz" userId="9fe943f1-afa7-4ade-ae50-7efb6dc7d5a3" providerId="ADAL" clId="{D002B4D2-25AC-4B0A-8BD0-D99F88F888C8}" dt="2026-06-08T21:22:59.687" v="1960"/>
          <pc:sldLayoutMkLst>
            <pc:docMk/>
            <pc:sldMasterMk cId="1491362448" sldId="2147483861"/>
            <pc:sldLayoutMk cId="3409837610" sldId="2147483880"/>
          </pc:sldLayoutMkLst>
          <pc:cxnChg chg="add del">
            <ac:chgData name="Sude Yılmaz" userId="9fe943f1-afa7-4ade-ae50-7efb6dc7d5a3" providerId="ADAL" clId="{D002B4D2-25AC-4B0A-8BD0-D99F88F888C8}" dt="2026-06-08T21:22:59.687" v="1960"/>
            <ac:cxnSpMkLst>
              <pc:docMk/>
              <pc:sldMasterMk cId="1491362448" sldId="2147483861"/>
              <pc:sldLayoutMk cId="3409837610" sldId="2147483880"/>
              <ac:cxnSpMk id="33" creationId="{00000000-0000-0000-0000-000000000000}"/>
            </ac:cxnSpMkLst>
          </pc:cxnChg>
        </pc:sldLayoutChg>
        <pc:sldLayoutChg chg="addSp delSp">
          <pc:chgData name="Sude Yılmaz" userId="9fe943f1-afa7-4ade-ae50-7efb6dc7d5a3" providerId="ADAL" clId="{D002B4D2-25AC-4B0A-8BD0-D99F88F888C8}" dt="2026-06-08T21:22:59.687" v="1960"/>
          <pc:sldLayoutMkLst>
            <pc:docMk/>
            <pc:sldMasterMk cId="1491362448" sldId="2147483861"/>
            <pc:sldLayoutMk cId="1295601638" sldId="2147483881"/>
          </pc:sldLayoutMkLst>
          <pc:cxnChg chg="add del">
            <ac:chgData name="Sude Yılmaz" userId="9fe943f1-afa7-4ade-ae50-7efb6dc7d5a3" providerId="ADAL" clId="{D002B4D2-25AC-4B0A-8BD0-D99F88F888C8}" dt="2026-06-08T21:22:59.687" v="1960"/>
            <ac:cxnSpMkLst>
              <pc:docMk/>
              <pc:sldMasterMk cId="1491362448" sldId="2147483861"/>
              <pc:sldLayoutMk cId="1295601638" sldId="2147483881"/>
              <ac:cxnSpMk id="29" creationId="{00000000-0000-0000-0000-000000000000}"/>
            </ac:cxnSpMkLst>
          </pc:cxn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7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6F152D-281C-44E3-9918-DECF1549EE3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B9C8C2-90D7-4605-A7DA-D9B3888A8DF4}">
      <dgm:prSet custT="1"/>
      <dgm:spPr/>
      <dgm:t>
        <a:bodyPr/>
        <a:lstStyle/>
        <a:p>
          <a:r>
            <a:rPr lang="tr-TR" sz="2000" dirty="0"/>
            <a:t>🐍 </a:t>
          </a:r>
          <a:r>
            <a:rPr lang="tr-TR" sz="2000" dirty="0">
              <a:latin typeface="Dubai" panose="020B0503030403030204" pitchFamily="34" charset="-78"/>
              <a:cs typeface="Dubai" panose="020B0503030403030204" pitchFamily="34" charset="-78"/>
            </a:rPr>
            <a:t>Python </a:t>
          </a:r>
          <a:r>
            <a:rPr lang="tr-TR" sz="2000" dirty="0" err="1">
              <a:latin typeface="Dubai" panose="020B0503030403030204" pitchFamily="34" charset="-78"/>
              <a:cs typeface="Dubai" panose="020B0503030403030204" pitchFamily="34" charset="-78"/>
            </a:rPr>
            <a:t>Documentation</a:t>
          </a:r>
          <a:r>
            <a:rPr lang="tr-TR" sz="2000" dirty="0">
              <a:latin typeface="Dubai" panose="020B0503030403030204" pitchFamily="34" charset="-78"/>
              <a:cs typeface="Dubai" panose="020B0503030403030204" pitchFamily="34" charset="-78"/>
            </a:rPr>
            <a:t> </a:t>
          </a:r>
          <a:endParaRPr lang="en-US" sz="2000" dirty="0">
            <a:latin typeface="Dubai" panose="020B0503030403030204" pitchFamily="34" charset="-78"/>
            <a:cs typeface="Dubai" panose="020B0503030403030204" pitchFamily="34" charset="-78"/>
          </a:endParaRPr>
        </a:p>
      </dgm:t>
    </dgm:pt>
    <dgm:pt modelId="{8CB2D211-36A0-4329-AED3-7398646F4974}" type="parTrans" cxnId="{0587495A-0A3E-45D4-93F0-9357B7D48B62}">
      <dgm:prSet/>
      <dgm:spPr/>
      <dgm:t>
        <a:bodyPr/>
        <a:lstStyle/>
        <a:p>
          <a:endParaRPr lang="en-US"/>
        </a:p>
      </dgm:t>
    </dgm:pt>
    <dgm:pt modelId="{3685BE09-B595-4865-B330-53CC8A0491A6}" type="sibTrans" cxnId="{0587495A-0A3E-45D4-93F0-9357B7D48B62}">
      <dgm:prSet/>
      <dgm:spPr/>
      <dgm:t>
        <a:bodyPr/>
        <a:lstStyle/>
        <a:p>
          <a:endParaRPr lang="en-US"/>
        </a:p>
      </dgm:t>
    </dgm:pt>
    <dgm:pt modelId="{098E70A2-C74B-485C-A3CC-128EBA09D1BA}">
      <dgm:prSet custT="1"/>
      <dgm:spPr/>
      <dgm:t>
        <a:bodyPr/>
        <a:lstStyle/>
        <a:p>
          <a:r>
            <a:rPr lang="tr-TR" sz="2000" dirty="0"/>
            <a:t>🌐 </a:t>
          </a:r>
          <a:r>
            <a:rPr lang="tr-TR" sz="2000" dirty="0" err="1"/>
            <a:t>Flask</a:t>
          </a:r>
          <a:r>
            <a:rPr lang="tr-TR" sz="2000" dirty="0"/>
            <a:t> </a:t>
          </a:r>
          <a:r>
            <a:rPr lang="tr-TR" sz="2000" dirty="0" err="1"/>
            <a:t>Documentation</a:t>
          </a:r>
          <a:endParaRPr lang="en-US" sz="2000" dirty="0"/>
        </a:p>
      </dgm:t>
    </dgm:pt>
    <dgm:pt modelId="{8D792F5E-03D0-4040-9258-366A21255C89}" type="parTrans" cxnId="{8CD3E185-E930-4589-BEFB-5E4A78EB2AC1}">
      <dgm:prSet/>
      <dgm:spPr/>
      <dgm:t>
        <a:bodyPr/>
        <a:lstStyle/>
        <a:p>
          <a:endParaRPr lang="en-US"/>
        </a:p>
      </dgm:t>
    </dgm:pt>
    <dgm:pt modelId="{09C2394A-8158-4052-923E-E9D12112FD46}" type="sibTrans" cxnId="{8CD3E185-E930-4589-BEFB-5E4A78EB2AC1}">
      <dgm:prSet/>
      <dgm:spPr/>
      <dgm:t>
        <a:bodyPr/>
        <a:lstStyle/>
        <a:p>
          <a:endParaRPr lang="en-US"/>
        </a:p>
      </dgm:t>
    </dgm:pt>
    <dgm:pt modelId="{79F5F6D3-C131-4158-81E4-16D4EEE79085}">
      <dgm:prSet custT="1"/>
      <dgm:spPr/>
      <dgm:t>
        <a:bodyPr/>
        <a:lstStyle/>
        <a:p>
          <a:r>
            <a:rPr lang="tr-TR" sz="2000" dirty="0"/>
            <a:t>🔍 </a:t>
          </a:r>
          <a:r>
            <a:rPr lang="tr-TR" sz="2000" dirty="0" err="1"/>
            <a:t>Tesseract</a:t>
          </a:r>
          <a:r>
            <a:rPr lang="tr-TR" sz="2000" dirty="0"/>
            <a:t> OCR </a:t>
          </a:r>
          <a:r>
            <a:rPr lang="tr-TR" sz="2000" dirty="0" err="1"/>
            <a:t>Documentation</a:t>
          </a:r>
          <a:endParaRPr lang="en-US" sz="2000" dirty="0"/>
        </a:p>
      </dgm:t>
    </dgm:pt>
    <dgm:pt modelId="{CCC78096-F0A7-452B-8282-01E800DFFA19}" type="parTrans" cxnId="{960BFBFD-C164-449A-AED5-1DE7DE8AF611}">
      <dgm:prSet/>
      <dgm:spPr/>
      <dgm:t>
        <a:bodyPr/>
        <a:lstStyle/>
        <a:p>
          <a:endParaRPr lang="en-US"/>
        </a:p>
      </dgm:t>
    </dgm:pt>
    <dgm:pt modelId="{78AB3079-AFC0-4039-9ECF-E8F31F93D60A}" type="sibTrans" cxnId="{960BFBFD-C164-449A-AED5-1DE7DE8AF611}">
      <dgm:prSet/>
      <dgm:spPr/>
      <dgm:t>
        <a:bodyPr/>
        <a:lstStyle/>
        <a:p>
          <a:endParaRPr lang="en-US"/>
        </a:p>
      </dgm:t>
    </dgm:pt>
    <dgm:pt modelId="{5B452357-F7FE-466F-9892-19E81C3EBE77}">
      <dgm:prSet custT="1"/>
      <dgm:spPr/>
      <dgm:t>
        <a:bodyPr/>
        <a:lstStyle/>
        <a:p>
          <a:r>
            <a:rPr lang="tr-TR" sz="2000" dirty="0"/>
            <a:t>📊 </a:t>
          </a:r>
          <a:r>
            <a:rPr lang="tr-TR" sz="2000" dirty="0" err="1"/>
            <a:t>OpenPyXL</a:t>
          </a:r>
          <a:r>
            <a:rPr lang="tr-TR" sz="2000" dirty="0"/>
            <a:t> </a:t>
          </a:r>
          <a:r>
            <a:rPr lang="tr-TR" sz="2000" dirty="0" err="1"/>
            <a:t>Documentation</a:t>
          </a:r>
          <a:endParaRPr lang="en-US" sz="2000" dirty="0"/>
        </a:p>
      </dgm:t>
    </dgm:pt>
    <dgm:pt modelId="{9BB7DE38-B955-49E5-9807-CB3DC7F4BF91}" type="parTrans" cxnId="{FE3256D9-0B79-4C31-A974-1880CAE27F8E}">
      <dgm:prSet/>
      <dgm:spPr/>
      <dgm:t>
        <a:bodyPr/>
        <a:lstStyle/>
        <a:p>
          <a:endParaRPr lang="en-US"/>
        </a:p>
      </dgm:t>
    </dgm:pt>
    <dgm:pt modelId="{4F8BF786-A111-42CB-BCCF-81B80716253F}" type="sibTrans" cxnId="{FE3256D9-0B79-4C31-A974-1880CAE27F8E}">
      <dgm:prSet/>
      <dgm:spPr/>
      <dgm:t>
        <a:bodyPr/>
        <a:lstStyle/>
        <a:p>
          <a:endParaRPr lang="en-US"/>
        </a:p>
      </dgm:t>
    </dgm:pt>
    <dgm:pt modelId="{538F98F4-AAE3-4889-8A93-7D2ADD4EEBE3}">
      <dgm:prSet custT="1"/>
      <dgm:spPr/>
      <dgm:t>
        <a:bodyPr/>
        <a:lstStyle/>
        <a:p>
          <a:r>
            <a:rPr lang="tr-TR" sz="2000" dirty="0"/>
            <a:t>📄 </a:t>
          </a:r>
          <a:r>
            <a:rPr lang="tr-TR" sz="2000" dirty="0" err="1"/>
            <a:t>PDFPlumber</a:t>
          </a:r>
          <a:r>
            <a:rPr lang="tr-TR" sz="2000" dirty="0"/>
            <a:t> </a:t>
          </a:r>
          <a:r>
            <a:rPr lang="tr-TR" sz="2000" dirty="0" err="1"/>
            <a:t>Documentation</a:t>
          </a:r>
          <a:endParaRPr lang="en-US" sz="2000" dirty="0"/>
        </a:p>
      </dgm:t>
    </dgm:pt>
    <dgm:pt modelId="{6E4589BA-A68A-4055-8933-9AAB7E5234DF}" type="parTrans" cxnId="{CE8706BA-4E2C-4667-BD76-EE7EB03F9215}">
      <dgm:prSet/>
      <dgm:spPr/>
      <dgm:t>
        <a:bodyPr/>
        <a:lstStyle/>
        <a:p>
          <a:endParaRPr lang="en-US"/>
        </a:p>
      </dgm:t>
    </dgm:pt>
    <dgm:pt modelId="{904387FA-2996-4C7E-87C2-98EB1C07BC80}" type="sibTrans" cxnId="{CE8706BA-4E2C-4667-BD76-EE7EB03F9215}">
      <dgm:prSet/>
      <dgm:spPr/>
      <dgm:t>
        <a:bodyPr/>
        <a:lstStyle/>
        <a:p>
          <a:endParaRPr lang="en-US"/>
        </a:p>
      </dgm:t>
    </dgm:pt>
    <dgm:pt modelId="{C4F7817E-77A7-4F24-9610-0CB8A19654B8}">
      <dgm:prSet custT="1"/>
      <dgm:spPr/>
      <dgm:t>
        <a:bodyPr/>
        <a:lstStyle/>
        <a:p>
          <a:r>
            <a:rPr lang="tr-TR" sz="2000" dirty="0"/>
            <a:t>📝 Python-</a:t>
          </a:r>
          <a:r>
            <a:rPr lang="tr-TR" sz="2000" dirty="0" err="1"/>
            <a:t>Docx</a:t>
          </a:r>
          <a:r>
            <a:rPr lang="tr-TR" sz="2000" dirty="0"/>
            <a:t> </a:t>
          </a:r>
          <a:r>
            <a:rPr lang="tr-TR" sz="2000" dirty="0" err="1"/>
            <a:t>Documentation</a:t>
          </a:r>
          <a:endParaRPr lang="en-US" sz="2000" dirty="0"/>
        </a:p>
      </dgm:t>
    </dgm:pt>
    <dgm:pt modelId="{12B022F7-C448-4B1F-BD94-C0EFB0AE52D6}" type="parTrans" cxnId="{5891D0E8-7C19-4F5D-A425-2CB835B340BF}">
      <dgm:prSet/>
      <dgm:spPr/>
      <dgm:t>
        <a:bodyPr/>
        <a:lstStyle/>
        <a:p>
          <a:endParaRPr lang="en-US"/>
        </a:p>
      </dgm:t>
    </dgm:pt>
    <dgm:pt modelId="{8114F073-2AD7-4A09-8A00-632D45610ECE}" type="sibTrans" cxnId="{5891D0E8-7C19-4F5D-A425-2CB835B340BF}">
      <dgm:prSet/>
      <dgm:spPr/>
      <dgm:t>
        <a:bodyPr/>
        <a:lstStyle/>
        <a:p>
          <a:endParaRPr lang="en-US"/>
        </a:p>
      </dgm:t>
    </dgm:pt>
    <dgm:pt modelId="{412912F3-E806-4D27-94D7-03902F7BE796}">
      <dgm:prSet custT="1"/>
      <dgm:spPr/>
      <dgm:t>
        <a:bodyPr/>
        <a:lstStyle/>
        <a:p>
          <a:r>
            <a:rPr lang="tr-TR" sz="2000" dirty="0"/>
            <a:t>📧 </a:t>
          </a:r>
          <a:r>
            <a:rPr lang="tr-TR" sz="2000" dirty="0" err="1"/>
            <a:t>Flask</a:t>
          </a:r>
          <a:r>
            <a:rPr lang="tr-TR" sz="2000" dirty="0"/>
            <a:t>-Mail </a:t>
          </a:r>
          <a:r>
            <a:rPr lang="tr-TR" sz="2000" dirty="0" err="1"/>
            <a:t>Documentation</a:t>
          </a:r>
          <a:endParaRPr lang="en-US" sz="2000" dirty="0"/>
        </a:p>
      </dgm:t>
    </dgm:pt>
    <dgm:pt modelId="{556DECCD-4095-49E5-8896-5C92630026D8}" type="parTrans" cxnId="{330ADEF9-D971-4352-B530-AE3D51F5989B}">
      <dgm:prSet/>
      <dgm:spPr/>
      <dgm:t>
        <a:bodyPr/>
        <a:lstStyle/>
        <a:p>
          <a:endParaRPr lang="en-US"/>
        </a:p>
      </dgm:t>
    </dgm:pt>
    <dgm:pt modelId="{DD8961C7-0A90-47BD-B23F-86AD532DF254}" type="sibTrans" cxnId="{330ADEF9-D971-4352-B530-AE3D51F5989B}">
      <dgm:prSet/>
      <dgm:spPr/>
      <dgm:t>
        <a:bodyPr/>
        <a:lstStyle/>
        <a:p>
          <a:endParaRPr lang="en-US"/>
        </a:p>
      </dgm:t>
    </dgm:pt>
    <dgm:pt modelId="{44038AEC-8E5C-4FCE-AD2C-EC39E450E9ED}">
      <dgm:prSet custT="1"/>
      <dgm:spPr/>
      <dgm:t>
        <a:bodyPr/>
        <a:lstStyle/>
        <a:p>
          <a:r>
            <a:rPr lang="tr-TR" sz="2000" dirty="0"/>
            <a:t>🎓 W3Schools Eğitim Kaynakları</a:t>
          </a:r>
          <a:endParaRPr lang="en-US" sz="2000" dirty="0"/>
        </a:p>
      </dgm:t>
    </dgm:pt>
    <dgm:pt modelId="{6D63DAF8-8EC8-469C-BECD-148DD6B98D60}" type="parTrans" cxnId="{6F2E66A9-604C-4CDC-8322-D80D01A0978F}">
      <dgm:prSet/>
      <dgm:spPr/>
      <dgm:t>
        <a:bodyPr/>
        <a:lstStyle/>
        <a:p>
          <a:endParaRPr lang="en-US"/>
        </a:p>
      </dgm:t>
    </dgm:pt>
    <dgm:pt modelId="{24B95991-67F8-4034-A073-B328B0C6001B}" type="sibTrans" cxnId="{6F2E66A9-604C-4CDC-8322-D80D01A0978F}">
      <dgm:prSet/>
      <dgm:spPr/>
      <dgm:t>
        <a:bodyPr/>
        <a:lstStyle/>
        <a:p>
          <a:endParaRPr lang="en-US"/>
        </a:p>
      </dgm:t>
    </dgm:pt>
    <dgm:pt modelId="{32E6D3CD-F90D-41A7-864D-AE2B8F2EEE85}">
      <dgm:prSet custT="1"/>
      <dgm:spPr/>
      <dgm:t>
        <a:bodyPr/>
        <a:lstStyle/>
        <a:p>
          <a:r>
            <a:rPr lang="tr-TR" sz="2000" dirty="0"/>
            <a:t>💡 </a:t>
          </a:r>
          <a:r>
            <a:rPr lang="tr-TR" sz="2000" dirty="0" err="1"/>
            <a:t>Stack</a:t>
          </a:r>
          <a:r>
            <a:rPr lang="tr-TR" sz="2000" dirty="0"/>
            <a:t> </a:t>
          </a:r>
          <a:r>
            <a:rPr lang="tr-TR" sz="2000" dirty="0" err="1"/>
            <a:t>Overflow</a:t>
          </a:r>
          <a:r>
            <a:rPr lang="tr-TR" sz="2000" dirty="0"/>
            <a:t> Yazılım Topluluğu </a:t>
          </a:r>
          <a:endParaRPr lang="en-US" sz="2000" dirty="0"/>
        </a:p>
      </dgm:t>
    </dgm:pt>
    <dgm:pt modelId="{FE6A02EE-2932-41CB-933A-946E33E2B3A5}" type="parTrans" cxnId="{D5F090C9-C4FB-4284-9CBB-D9C6428DC8F0}">
      <dgm:prSet/>
      <dgm:spPr/>
      <dgm:t>
        <a:bodyPr/>
        <a:lstStyle/>
        <a:p>
          <a:endParaRPr lang="en-US"/>
        </a:p>
      </dgm:t>
    </dgm:pt>
    <dgm:pt modelId="{94950E66-C871-4730-B91F-5FE6C2466707}" type="sibTrans" cxnId="{D5F090C9-C4FB-4284-9CBB-D9C6428DC8F0}">
      <dgm:prSet/>
      <dgm:spPr/>
      <dgm:t>
        <a:bodyPr/>
        <a:lstStyle/>
        <a:p>
          <a:endParaRPr lang="en-US"/>
        </a:p>
      </dgm:t>
    </dgm:pt>
    <dgm:pt modelId="{530C44D1-E693-4C4D-A2E0-42DC8EE40165}">
      <dgm:prSet custT="1"/>
      <dgm:spPr/>
      <dgm:t>
        <a:bodyPr/>
        <a:lstStyle/>
        <a:p>
          <a:r>
            <a:rPr lang="tr-TR" sz="2000" dirty="0"/>
            <a:t>      </a:t>
          </a:r>
          <a:r>
            <a:rPr lang="tr-TR" sz="2000" dirty="0" err="1"/>
            <a:t>Chatgbt</a:t>
          </a:r>
          <a:r>
            <a:rPr lang="tr-TR" sz="2000" dirty="0"/>
            <a:t> </a:t>
          </a:r>
          <a:endParaRPr lang="en-US" sz="2000" dirty="0"/>
        </a:p>
      </dgm:t>
    </dgm:pt>
    <dgm:pt modelId="{7C3DE49C-4731-421B-B757-D1B369389DEE}" type="parTrans" cxnId="{19F0D16A-6A47-4E97-9811-D467873C8F0B}">
      <dgm:prSet/>
      <dgm:spPr/>
      <dgm:t>
        <a:bodyPr/>
        <a:lstStyle/>
        <a:p>
          <a:endParaRPr lang="en-US"/>
        </a:p>
      </dgm:t>
    </dgm:pt>
    <dgm:pt modelId="{48ED6DBA-04F7-47B0-B03E-DBE58250F6D8}" type="sibTrans" cxnId="{19F0D16A-6A47-4E97-9811-D467873C8F0B}">
      <dgm:prSet/>
      <dgm:spPr/>
      <dgm:t>
        <a:bodyPr/>
        <a:lstStyle/>
        <a:p>
          <a:endParaRPr lang="en-US"/>
        </a:p>
      </dgm:t>
    </dgm:pt>
    <dgm:pt modelId="{7AF4A400-08B4-4801-A4F5-CB445A4BD4E5}">
      <dgm:prSet custT="1"/>
      <dgm:spPr/>
      <dgm:t>
        <a:bodyPr/>
        <a:lstStyle/>
        <a:p>
          <a:r>
            <a:rPr lang="tr-TR" sz="2000" dirty="0"/>
            <a:t>      Gemini</a:t>
          </a:r>
          <a:endParaRPr lang="en-US" sz="2000" dirty="0"/>
        </a:p>
      </dgm:t>
    </dgm:pt>
    <dgm:pt modelId="{5EBBFD5C-1B80-4E00-B974-5C68556468E8}" type="parTrans" cxnId="{73858F2A-8B63-4F01-B57F-86B4027CF194}">
      <dgm:prSet/>
      <dgm:spPr/>
      <dgm:t>
        <a:bodyPr/>
        <a:lstStyle/>
        <a:p>
          <a:endParaRPr lang="en-US"/>
        </a:p>
      </dgm:t>
    </dgm:pt>
    <dgm:pt modelId="{C37DC70F-0A89-4A57-AB7D-61857EB87478}" type="sibTrans" cxnId="{73858F2A-8B63-4F01-B57F-86B4027CF194}">
      <dgm:prSet/>
      <dgm:spPr/>
      <dgm:t>
        <a:bodyPr/>
        <a:lstStyle/>
        <a:p>
          <a:endParaRPr lang="en-US"/>
        </a:p>
      </dgm:t>
    </dgm:pt>
    <dgm:pt modelId="{D358D984-A55D-4AEA-80C6-AB2F9205EB58}" type="pres">
      <dgm:prSet presAssocID="{3D6F152D-281C-44E3-9918-DECF1549EE38}" presName="vert0" presStyleCnt="0">
        <dgm:presLayoutVars>
          <dgm:dir/>
          <dgm:animOne val="branch"/>
          <dgm:animLvl val="lvl"/>
        </dgm:presLayoutVars>
      </dgm:prSet>
      <dgm:spPr/>
    </dgm:pt>
    <dgm:pt modelId="{E8E975C9-3E4B-4454-A495-D3DDA6907DE8}" type="pres">
      <dgm:prSet presAssocID="{34B9C8C2-90D7-4605-A7DA-D9B3888A8DF4}" presName="thickLine" presStyleLbl="alignNode1" presStyleIdx="0" presStyleCnt="11"/>
      <dgm:spPr/>
    </dgm:pt>
    <dgm:pt modelId="{315010EC-948C-4EA6-B46E-2E436FFE076E}" type="pres">
      <dgm:prSet presAssocID="{34B9C8C2-90D7-4605-A7DA-D9B3888A8DF4}" presName="horz1" presStyleCnt="0"/>
      <dgm:spPr/>
    </dgm:pt>
    <dgm:pt modelId="{21BA7923-5245-4E5E-B152-BF7E6DEAC31E}" type="pres">
      <dgm:prSet presAssocID="{34B9C8C2-90D7-4605-A7DA-D9B3888A8DF4}" presName="tx1" presStyleLbl="revTx" presStyleIdx="0" presStyleCnt="11"/>
      <dgm:spPr/>
    </dgm:pt>
    <dgm:pt modelId="{C853E009-11CA-43C5-9B3B-0C49DD413FB3}" type="pres">
      <dgm:prSet presAssocID="{34B9C8C2-90D7-4605-A7DA-D9B3888A8DF4}" presName="vert1" presStyleCnt="0"/>
      <dgm:spPr/>
    </dgm:pt>
    <dgm:pt modelId="{E6BAA8DE-D8D2-4C46-98F6-8BDFCCC9F552}" type="pres">
      <dgm:prSet presAssocID="{098E70A2-C74B-485C-A3CC-128EBA09D1BA}" presName="thickLine" presStyleLbl="alignNode1" presStyleIdx="1" presStyleCnt="11"/>
      <dgm:spPr/>
    </dgm:pt>
    <dgm:pt modelId="{F8A71883-C28C-4894-B9B6-A3BDA242BE41}" type="pres">
      <dgm:prSet presAssocID="{098E70A2-C74B-485C-A3CC-128EBA09D1BA}" presName="horz1" presStyleCnt="0"/>
      <dgm:spPr/>
    </dgm:pt>
    <dgm:pt modelId="{CD48FC55-A9DD-4E1E-9F8F-A086BA45433F}" type="pres">
      <dgm:prSet presAssocID="{098E70A2-C74B-485C-A3CC-128EBA09D1BA}" presName="tx1" presStyleLbl="revTx" presStyleIdx="1" presStyleCnt="11"/>
      <dgm:spPr/>
    </dgm:pt>
    <dgm:pt modelId="{2C5C6D82-835D-4DBE-A79B-0F7BB6B01872}" type="pres">
      <dgm:prSet presAssocID="{098E70A2-C74B-485C-A3CC-128EBA09D1BA}" presName="vert1" presStyleCnt="0"/>
      <dgm:spPr/>
    </dgm:pt>
    <dgm:pt modelId="{120CA98A-3BD3-4677-8ED2-CE9BC96A380D}" type="pres">
      <dgm:prSet presAssocID="{79F5F6D3-C131-4158-81E4-16D4EEE79085}" presName="thickLine" presStyleLbl="alignNode1" presStyleIdx="2" presStyleCnt="11"/>
      <dgm:spPr/>
    </dgm:pt>
    <dgm:pt modelId="{D3B28F8D-0535-4BA9-BD79-AA079A46790F}" type="pres">
      <dgm:prSet presAssocID="{79F5F6D3-C131-4158-81E4-16D4EEE79085}" presName="horz1" presStyleCnt="0"/>
      <dgm:spPr/>
    </dgm:pt>
    <dgm:pt modelId="{AB0242D5-F038-4BE8-B7DD-866DDFEBE445}" type="pres">
      <dgm:prSet presAssocID="{79F5F6D3-C131-4158-81E4-16D4EEE79085}" presName="tx1" presStyleLbl="revTx" presStyleIdx="2" presStyleCnt="11"/>
      <dgm:spPr/>
    </dgm:pt>
    <dgm:pt modelId="{12C3049F-D928-485C-AA1A-12C2A7DB5496}" type="pres">
      <dgm:prSet presAssocID="{79F5F6D3-C131-4158-81E4-16D4EEE79085}" presName="vert1" presStyleCnt="0"/>
      <dgm:spPr/>
    </dgm:pt>
    <dgm:pt modelId="{4ECE6A94-B0DF-44CF-A861-BA14FE3C5F5F}" type="pres">
      <dgm:prSet presAssocID="{5B452357-F7FE-466F-9892-19E81C3EBE77}" presName="thickLine" presStyleLbl="alignNode1" presStyleIdx="3" presStyleCnt="11"/>
      <dgm:spPr/>
    </dgm:pt>
    <dgm:pt modelId="{E28F09DF-8B9A-4F3E-8036-A35A4CC95F54}" type="pres">
      <dgm:prSet presAssocID="{5B452357-F7FE-466F-9892-19E81C3EBE77}" presName="horz1" presStyleCnt="0"/>
      <dgm:spPr/>
    </dgm:pt>
    <dgm:pt modelId="{4C0E79C9-B1AB-4608-B680-22050B000D86}" type="pres">
      <dgm:prSet presAssocID="{5B452357-F7FE-466F-9892-19E81C3EBE77}" presName="tx1" presStyleLbl="revTx" presStyleIdx="3" presStyleCnt="11"/>
      <dgm:spPr/>
    </dgm:pt>
    <dgm:pt modelId="{4A4CDB39-1043-4C37-AB1B-B3E2834A7F81}" type="pres">
      <dgm:prSet presAssocID="{5B452357-F7FE-466F-9892-19E81C3EBE77}" presName="vert1" presStyleCnt="0"/>
      <dgm:spPr/>
    </dgm:pt>
    <dgm:pt modelId="{C8C04FDA-619C-4E05-AE8E-20D8FD7CF826}" type="pres">
      <dgm:prSet presAssocID="{538F98F4-AAE3-4889-8A93-7D2ADD4EEBE3}" presName="thickLine" presStyleLbl="alignNode1" presStyleIdx="4" presStyleCnt="11"/>
      <dgm:spPr/>
    </dgm:pt>
    <dgm:pt modelId="{A99EDACE-6EEB-4C48-8E4D-7FD37905784E}" type="pres">
      <dgm:prSet presAssocID="{538F98F4-AAE3-4889-8A93-7D2ADD4EEBE3}" presName="horz1" presStyleCnt="0"/>
      <dgm:spPr/>
    </dgm:pt>
    <dgm:pt modelId="{69167CD9-54F2-4E43-85D5-3BA482E1E6ED}" type="pres">
      <dgm:prSet presAssocID="{538F98F4-AAE3-4889-8A93-7D2ADD4EEBE3}" presName="tx1" presStyleLbl="revTx" presStyleIdx="4" presStyleCnt="11"/>
      <dgm:spPr/>
    </dgm:pt>
    <dgm:pt modelId="{E207DF6D-9F31-4035-B670-335D325A1DF9}" type="pres">
      <dgm:prSet presAssocID="{538F98F4-AAE3-4889-8A93-7D2ADD4EEBE3}" presName="vert1" presStyleCnt="0"/>
      <dgm:spPr/>
    </dgm:pt>
    <dgm:pt modelId="{1976BA5B-4578-41A9-A0EB-B7D20CB9B5A1}" type="pres">
      <dgm:prSet presAssocID="{C4F7817E-77A7-4F24-9610-0CB8A19654B8}" presName="thickLine" presStyleLbl="alignNode1" presStyleIdx="5" presStyleCnt="11"/>
      <dgm:spPr/>
    </dgm:pt>
    <dgm:pt modelId="{87E7F0EA-DE18-49A6-A5ED-E5545AA0FF14}" type="pres">
      <dgm:prSet presAssocID="{C4F7817E-77A7-4F24-9610-0CB8A19654B8}" presName="horz1" presStyleCnt="0"/>
      <dgm:spPr/>
    </dgm:pt>
    <dgm:pt modelId="{DCC2D257-2382-46D3-989E-38C433517F33}" type="pres">
      <dgm:prSet presAssocID="{C4F7817E-77A7-4F24-9610-0CB8A19654B8}" presName="tx1" presStyleLbl="revTx" presStyleIdx="5" presStyleCnt="11"/>
      <dgm:spPr/>
    </dgm:pt>
    <dgm:pt modelId="{4B4F28A3-59C7-4890-91EC-8C15398C6AA4}" type="pres">
      <dgm:prSet presAssocID="{C4F7817E-77A7-4F24-9610-0CB8A19654B8}" presName="vert1" presStyleCnt="0"/>
      <dgm:spPr/>
    </dgm:pt>
    <dgm:pt modelId="{67BD5040-115C-4C16-B902-2CF2F4120396}" type="pres">
      <dgm:prSet presAssocID="{412912F3-E806-4D27-94D7-03902F7BE796}" presName="thickLine" presStyleLbl="alignNode1" presStyleIdx="6" presStyleCnt="11"/>
      <dgm:spPr/>
    </dgm:pt>
    <dgm:pt modelId="{2956D51D-06D7-4FC8-9056-E1203BAEF5D2}" type="pres">
      <dgm:prSet presAssocID="{412912F3-E806-4D27-94D7-03902F7BE796}" presName="horz1" presStyleCnt="0"/>
      <dgm:spPr/>
    </dgm:pt>
    <dgm:pt modelId="{19CACB3B-E52A-4EA7-B073-16D4FE3FEDD8}" type="pres">
      <dgm:prSet presAssocID="{412912F3-E806-4D27-94D7-03902F7BE796}" presName="tx1" presStyleLbl="revTx" presStyleIdx="6" presStyleCnt="11"/>
      <dgm:spPr/>
    </dgm:pt>
    <dgm:pt modelId="{DF130B53-9FD5-4D9C-9FA4-741A13D67116}" type="pres">
      <dgm:prSet presAssocID="{412912F3-E806-4D27-94D7-03902F7BE796}" presName="vert1" presStyleCnt="0"/>
      <dgm:spPr/>
    </dgm:pt>
    <dgm:pt modelId="{F972B3EA-A282-4F24-AE4B-0FEE853585D5}" type="pres">
      <dgm:prSet presAssocID="{44038AEC-8E5C-4FCE-AD2C-EC39E450E9ED}" presName="thickLine" presStyleLbl="alignNode1" presStyleIdx="7" presStyleCnt="11"/>
      <dgm:spPr/>
    </dgm:pt>
    <dgm:pt modelId="{F932CDA7-48F6-4F8B-A152-A484DF05032F}" type="pres">
      <dgm:prSet presAssocID="{44038AEC-8E5C-4FCE-AD2C-EC39E450E9ED}" presName="horz1" presStyleCnt="0"/>
      <dgm:spPr/>
    </dgm:pt>
    <dgm:pt modelId="{9DED12D8-3C99-4BEE-92EA-B1DB6705C9F7}" type="pres">
      <dgm:prSet presAssocID="{44038AEC-8E5C-4FCE-AD2C-EC39E450E9ED}" presName="tx1" presStyleLbl="revTx" presStyleIdx="7" presStyleCnt="11"/>
      <dgm:spPr/>
    </dgm:pt>
    <dgm:pt modelId="{4C65841D-E3EF-4488-9143-ADB0661A0A8D}" type="pres">
      <dgm:prSet presAssocID="{44038AEC-8E5C-4FCE-AD2C-EC39E450E9ED}" presName="vert1" presStyleCnt="0"/>
      <dgm:spPr/>
    </dgm:pt>
    <dgm:pt modelId="{0CBB2DD5-669B-4041-828C-68FADF69E773}" type="pres">
      <dgm:prSet presAssocID="{32E6D3CD-F90D-41A7-864D-AE2B8F2EEE85}" presName="thickLine" presStyleLbl="alignNode1" presStyleIdx="8" presStyleCnt="11"/>
      <dgm:spPr/>
    </dgm:pt>
    <dgm:pt modelId="{A94D3633-4A24-4C2E-9208-5E98D92F1B2D}" type="pres">
      <dgm:prSet presAssocID="{32E6D3CD-F90D-41A7-864D-AE2B8F2EEE85}" presName="horz1" presStyleCnt="0"/>
      <dgm:spPr/>
    </dgm:pt>
    <dgm:pt modelId="{7B8D5D3F-6190-4531-8F63-ABFF98BD5412}" type="pres">
      <dgm:prSet presAssocID="{32E6D3CD-F90D-41A7-864D-AE2B8F2EEE85}" presName="tx1" presStyleLbl="revTx" presStyleIdx="8" presStyleCnt="11"/>
      <dgm:spPr/>
    </dgm:pt>
    <dgm:pt modelId="{C65AEFC3-8C12-4AD2-884B-843215CD1CEB}" type="pres">
      <dgm:prSet presAssocID="{32E6D3CD-F90D-41A7-864D-AE2B8F2EEE85}" presName="vert1" presStyleCnt="0"/>
      <dgm:spPr/>
    </dgm:pt>
    <dgm:pt modelId="{9A181877-60DF-41ED-B03D-0BCBF5E201BC}" type="pres">
      <dgm:prSet presAssocID="{530C44D1-E693-4C4D-A2E0-42DC8EE40165}" presName="thickLine" presStyleLbl="alignNode1" presStyleIdx="9" presStyleCnt="11"/>
      <dgm:spPr/>
    </dgm:pt>
    <dgm:pt modelId="{416C4F5A-1DFE-42FC-8BB6-D0D2A81AD993}" type="pres">
      <dgm:prSet presAssocID="{530C44D1-E693-4C4D-A2E0-42DC8EE40165}" presName="horz1" presStyleCnt="0"/>
      <dgm:spPr/>
    </dgm:pt>
    <dgm:pt modelId="{F7DF2FDE-4939-4AA6-BFB4-FB21F2642184}" type="pres">
      <dgm:prSet presAssocID="{530C44D1-E693-4C4D-A2E0-42DC8EE40165}" presName="tx1" presStyleLbl="revTx" presStyleIdx="9" presStyleCnt="11"/>
      <dgm:spPr/>
    </dgm:pt>
    <dgm:pt modelId="{C60EE44E-1894-4AED-936A-CBD8372BA501}" type="pres">
      <dgm:prSet presAssocID="{530C44D1-E693-4C4D-A2E0-42DC8EE40165}" presName="vert1" presStyleCnt="0"/>
      <dgm:spPr/>
    </dgm:pt>
    <dgm:pt modelId="{649297BA-B048-46AC-9AC8-BEB3CF1C881B}" type="pres">
      <dgm:prSet presAssocID="{7AF4A400-08B4-4801-A4F5-CB445A4BD4E5}" presName="thickLine" presStyleLbl="alignNode1" presStyleIdx="10" presStyleCnt="11"/>
      <dgm:spPr/>
    </dgm:pt>
    <dgm:pt modelId="{BFEC84CA-20B4-4A0D-A132-C9D5EC94210A}" type="pres">
      <dgm:prSet presAssocID="{7AF4A400-08B4-4801-A4F5-CB445A4BD4E5}" presName="horz1" presStyleCnt="0"/>
      <dgm:spPr/>
    </dgm:pt>
    <dgm:pt modelId="{2B1436AF-AE13-4351-AFF4-D18DED5EE540}" type="pres">
      <dgm:prSet presAssocID="{7AF4A400-08B4-4801-A4F5-CB445A4BD4E5}" presName="tx1" presStyleLbl="revTx" presStyleIdx="10" presStyleCnt="11"/>
      <dgm:spPr/>
    </dgm:pt>
    <dgm:pt modelId="{166368D9-369A-4CBC-A629-320A719C68CF}" type="pres">
      <dgm:prSet presAssocID="{7AF4A400-08B4-4801-A4F5-CB445A4BD4E5}" presName="vert1" presStyleCnt="0"/>
      <dgm:spPr/>
    </dgm:pt>
  </dgm:ptLst>
  <dgm:cxnLst>
    <dgm:cxn modelId="{2093D40E-AEB2-427D-B0C9-D5391667E67E}" type="presOf" srcId="{32E6D3CD-F90D-41A7-864D-AE2B8F2EEE85}" destId="{7B8D5D3F-6190-4531-8F63-ABFF98BD5412}" srcOrd="0" destOrd="0" presId="urn:microsoft.com/office/officeart/2008/layout/LinedList"/>
    <dgm:cxn modelId="{73858F2A-8B63-4F01-B57F-86B4027CF194}" srcId="{3D6F152D-281C-44E3-9918-DECF1549EE38}" destId="{7AF4A400-08B4-4801-A4F5-CB445A4BD4E5}" srcOrd="10" destOrd="0" parTransId="{5EBBFD5C-1B80-4E00-B974-5C68556468E8}" sibTransId="{C37DC70F-0A89-4A57-AB7D-61857EB87478}"/>
    <dgm:cxn modelId="{D8DF8347-D772-407C-9B0D-B3C9F131A00B}" type="presOf" srcId="{34B9C8C2-90D7-4605-A7DA-D9B3888A8DF4}" destId="{21BA7923-5245-4E5E-B152-BF7E6DEAC31E}" srcOrd="0" destOrd="0" presId="urn:microsoft.com/office/officeart/2008/layout/LinedList"/>
    <dgm:cxn modelId="{19F0D16A-6A47-4E97-9811-D467873C8F0B}" srcId="{3D6F152D-281C-44E3-9918-DECF1549EE38}" destId="{530C44D1-E693-4C4D-A2E0-42DC8EE40165}" srcOrd="9" destOrd="0" parTransId="{7C3DE49C-4731-421B-B757-D1B369389DEE}" sibTransId="{48ED6DBA-04F7-47B0-B03E-DBE58250F6D8}"/>
    <dgm:cxn modelId="{E02D034C-F315-4A29-B07D-BED8A34159CC}" type="presOf" srcId="{5B452357-F7FE-466F-9892-19E81C3EBE77}" destId="{4C0E79C9-B1AB-4608-B680-22050B000D86}" srcOrd="0" destOrd="0" presId="urn:microsoft.com/office/officeart/2008/layout/LinedList"/>
    <dgm:cxn modelId="{2CE94452-73C9-40AD-9020-6CF5BEF56CC5}" type="presOf" srcId="{098E70A2-C74B-485C-A3CC-128EBA09D1BA}" destId="{CD48FC55-A9DD-4E1E-9F8F-A086BA45433F}" srcOrd="0" destOrd="0" presId="urn:microsoft.com/office/officeart/2008/layout/LinedList"/>
    <dgm:cxn modelId="{6A25D873-4290-4DEE-8318-CE996798E207}" type="presOf" srcId="{538F98F4-AAE3-4889-8A93-7D2ADD4EEBE3}" destId="{69167CD9-54F2-4E43-85D5-3BA482E1E6ED}" srcOrd="0" destOrd="0" presId="urn:microsoft.com/office/officeart/2008/layout/LinedList"/>
    <dgm:cxn modelId="{0587495A-0A3E-45D4-93F0-9357B7D48B62}" srcId="{3D6F152D-281C-44E3-9918-DECF1549EE38}" destId="{34B9C8C2-90D7-4605-A7DA-D9B3888A8DF4}" srcOrd="0" destOrd="0" parTransId="{8CB2D211-36A0-4329-AED3-7398646F4974}" sibTransId="{3685BE09-B595-4865-B330-53CC8A0491A6}"/>
    <dgm:cxn modelId="{8CD3E185-E930-4589-BEFB-5E4A78EB2AC1}" srcId="{3D6F152D-281C-44E3-9918-DECF1549EE38}" destId="{098E70A2-C74B-485C-A3CC-128EBA09D1BA}" srcOrd="1" destOrd="0" parTransId="{8D792F5E-03D0-4040-9258-366A21255C89}" sibTransId="{09C2394A-8158-4052-923E-E9D12112FD46}"/>
    <dgm:cxn modelId="{6F2E66A9-604C-4CDC-8322-D80D01A0978F}" srcId="{3D6F152D-281C-44E3-9918-DECF1549EE38}" destId="{44038AEC-8E5C-4FCE-AD2C-EC39E450E9ED}" srcOrd="7" destOrd="0" parTransId="{6D63DAF8-8EC8-469C-BECD-148DD6B98D60}" sibTransId="{24B95991-67F8-4034-A073-B328B0C6001B}"/>
    <dgm:cxn modelId="{B8B521AD-E9B1-4552-BCAB-145B3CA86AF4}" type="presOf" srcId="{C4F7817E-77A7-4F24-9610-0CB8A19654B8}" destId="{DCC2D257-2382-46D3-989E-38C433517F33}" srcOrd="0" destOrd="0" presId="urn:microsoft.com/office/officeart/2008/layout/LinedList"/>
    <dgm:cxn modelId="{57584BB3-DE97-4090-9084-C791B86042EA}" type="presOf" srcId="{3D6F152D-281C-44E3-9918-DECF1549EE38}" destId="{D358D984-A55D-4AEA-80C6-AB2F9205EB58}" srcOrd="0" destOrd="0" presId="urn:microsoft.com/office/officeart/2008/layout/LinedList"/>
    <dgm:cxn modelId="{CE8706BA-4E2C-4667-BD76-EE7EB03F9215}" srcId="{3D6F152D-281C-44E3-9918-DECF1549EE38}" destId="{538F98F4-AAE3-4889-8A93-7D2ADD4EEBE3}" srcOrd="4" destOrd="0" parTransId="{6E4589BA-A68A-4055-8933-9AAB7E5234DF}" sibTransId="{904387FA-2996-4C7E-87C2-98EB1C07BC80}"/>
    <dgm:cxn modelId="{CD7F88C1-99D8-4FE5-BAE8-FC9FF1446DF4}" type="presOf" srcId="{79F5F6D3-C131-4158-81E4-16D4EEE79085}" destId="{AB0242D5-F038-4BE8-B7DD-866DDFEBE445}" srcOrd="0" destOrd="0" presId="urn:microsoft.com/office/officeart/2008/layout/LinedList"/>
    <dgm:cxn modelId="{8C8A84C3-72AD-40E1-8FBD-D1D948D34076}" type="presOf" srcId="{412912F3-E806-4D27-94D7-03902F7BE796}" destId="{19CACB3B-E52A-4EA7-B073-16D4FE3FEDD8}" srcOrd="0" destOrd="0" presId="urn:microsoft.com/office/officeart/2008/layout/LinedList"/>
    <dgm:cxn modelId="{D5F090C9-C4FB-4284-9CBB-D9C6428DC8F0}" srcId="{3D6F152D-281C-44E3-9918-DECF1549EE38}" destId="{32E6D3CD-F90D-41A7-864D-AE2B8F2EEE85}" srcOrd="8" destOrd="0" parTransId="{FE6A02EE-2932-41CB-933A-946E33E2B3A5}" sibTransId="{94950E66-C871-4730-B91F-5FE6C2466707}"/>
    <dgm:cxn modelId="{0E66DBC9-6425-4B9F-9647-5FEA4AC6F2E9}" type="presOf" srcId="{7AF4A400-08B4-4801-A4F5-CB445A4BD4E5}" destId="{2B1436AF-AE13-4351-AFF4-D18DED5EE540}" srcOrd="0" destOrd="0" presId="urn:microsoft.com/office/officeart/2008/layout/LinedList"/>
    <dgm:cxn modelId="{FE3256D9-0B79-4C31-A974-1880CAE27F8E}" srcId="{3D6F152D-281C-44E3-9918-DECF1549EE38}" destId="{5B452357-F7FE-466F-9892-19E81C3EBE77}" srcOrd="3" destOrd="0" parTransId="{9BB7DE38-B955-49E5-9807-CB3DC7F4BF91}" sibTransId="{4F8BF786-A111-42CB-BCCF-81B80716253F}"/>
    <dgm:cxn modelId="{5891D0E8-7C19-4F5D-A425-2CB835B340BF}" srcId="{3D6F152D-281C-44E3-9918-DECF1549EE38}" destId="{C4F7817E-77A7-4F24-9610-0CB8A19654B8}" srcOrd="5" destOrd="0" parTransId="{12B022F7-C448-4B1F-BD94-C0EFB0AE52D6}" sibTransId="{8114F073-2AD7-4A09-8A00-632D45610ECE}"/>
    <dgm:cxn modelId="{68E255EA-F4C9-47D8-B3C2-05EB6411F86A}" type="presOf" srcId="{44038AEC-8E5C-4FCE-AD2C-EC39E450E9ED}" destId="{9DED12D8-3C99-4BEE-92EA-B1DB6705C9F7}" srcOrd="0" destOrd="0" presId="urn:microsoft.com/office/officeart/2008/layout/LinedList"/>
    <dgm:cxn modelId="{330ADEF9-D971-4352-B530-AE3D51F5989B}" srcId="{3D6F152D-281C-44E3-9918-DECF1549EE38}" destId="{412912F3-E806-4D27-94D7-03902F7BE796}" srcOrd="6" destOrd="0" parTransId="{556DECCD-4095-49E5-8896-5C92630026D8}" sibTransId="{DD8961C7-0A90-47BD-B23F-86AD532DF254}"/>
    <dgm:cxn modelId="{E7B34FFC-A812-4AD8-AA28-6FC913299E34}" type="presOf" srcId="{530C44D1-E693-4C4D-A2E0-42DC8EE40165}" destId="{F7DF2FDE-4939-4AA6-BFB4-FB21F2642184}" srcOrd="0" destOrd="0" presId="urn:microsoft.com/office/officeart/2008/layout/LinedList"/>
    <dgm:cxn modelId="{960BFBFD-C164-449A-AED5-1DE7DE8AF611}" srcId="{3D6F152D-281C-44E3-9918-DECF1549EE38}" destId="{79F5F6D3-C131-4158-81E4-16D4EEE79085}" srcOrd="2" destOrd="0" parTransId="{CCC78096-F0A7-452B-8282-01E800DFFA19}" sibTransId="{78AB3079-AFC0-4039-9ECF-E8F31F93D60A}"/>
    <dgm:cxn modelId="{3001E2D6-515C-41CA-A9B9-7A3C09A817F3}" type="presParOf" srcId="{D358D984-A55D-4AEA-80C6-AB2F9205EB58}" destId="{E8E975C9-3E4B-4454-A495-D3DDA6907DE8}" srcOrd="0" destOrd="0" presId="urn:microsoft.com/office/officeart/2008/layout/LinedList"/>
    <dgm:cxn modelId="{37D66B3F-B1DF-462A-9504-22CE1546011A}" type="presParOf" srcId="{D358D984-A55D-4AEA-80C6-AB2F9205EB58}" destId="{315010EC-948C-4EA6-B46E-2E436FFE076E}" srcOrd="1" destOrd="0" presId="urn:microsoft.com/office/officeart/2008/layout/LinedList"/>
    <dgm:cxn modelId="{DD39CA3E-8D7D-4D1C-9C8A-EBAF8C6A5D50}" type="presParOf" srcId="{315010EC-948C-4EA6-B46E-2E436FFE076E}" destId="{21BA7923-5245-4E5E-B152-BF7E6DEAC31E}" srcOrd="0" destOrd="0" presId="urn:microsoft.com/office/officeart/2008/layout/LinedList"/>
    <dgm:cxn modelId="{74D686C6-FF42-40EA-B49D-A9226A9DFFED}" type="presParOf" srcId="{315010EC-948C-4EA6-B46E-2E436FFE076E}" destId="{C853E009-11CA-43C5-9B3B-0C49DD413FB3}" srcOrd="1" destOrd="0" presId="urn:microsoft.com/office/officeart/2008/layout/LinedList"/>
    <dgm:cxn modelId="{1BFA4334-2A63-4667-ABC5-681A01B32019}" type="presParOf" srcId="{D358D984-A55D-4AEA-80C6-AB2F9205EB58}" destId="{E6BAA8DE-D8D2-4C46-98F6-8BDFCCC9F552}" srcOrd="2" destOrd="0" presId="urn:microsoft.com/office/officeart/2008/layout/LinedList"/>
    <dgm:cxn modelId="{AAC20D37-F8BD-4BD0-ADE6-1AEB4BFC2207}" type="presParOf" srcId="{D358D984-A55D-4AEA-80C6-AB2F9205EB58}" destId="{F8A71883-C28C-4894-B9B6-A3BDA242BE41}" srcOrd="3" destOrd="0" presId="urn:microsoft.com/office/officeart/2008/layout/LinedList"/>
    <dgm:cxn modelId="{A2B8A95A-E874-4BE3-AA09-2279C588668E}" type="presParOf" srcId="{F8A71883-C28C-4894-B9B6-A3BDA242BE41}" destId="{CD48FC55-A9DD-4E1E-9F8F-A086BA45433F}" srcOrd="0" destOrd="0" presId="urn:microsoft.com/office/officeart/2008/layout/LinedList"/>
    <dgm:cxn modelId="{7A15EC42-CEAD-4A9B-BC43-E502A8BF4442}" type="presParOf" srcId="{F8A71883-C28C-4894-B9B6-A3BDA242BE41}" destId="{2C5C6D82-835D-4DBE-A79B-0F7BB6B01872}" srcOrd="1" destOrd="0" presId="urn:microsoft.com/office/officeart/2008/layout/LinedList"/>
    <dgm:cxn modelId="{AFECFA00-8106-4E92-A4C8-5A1534C053A0}" type="presParOf" srcId="{D358D984-A55D-4AEA-80C6-AB2F9205EB58}" destId="{120CA98A-3BD3-4677-8ED2-CE9BC96A380D}" srcOrd="4" destOrd="0" presId="urn:microsoft.com/office/officeart/2008/layout/LinedList"/>
    <dgm:cxn modelId="{BBE51356-7263-49DE-9151-A55A696BE5C2}" type="presParOf" srcId="{D358D984-A55D-4AEA-80C6-AB2F9205EB58}" destId="{D3B28F8D-0535-4BA9-BD79-AA079A46790F}" srcOrd="5" destOrd="0" presId="urn:microsoft.com/office/officeart/2008/layout/LinedList"/>
    <dgm:cxn modelId="{02288B55-D11C-42F8-BB35-069E79804166}" type="presParOf" srcId="{D3B28F8D-0535-4BA9-BD79-AA079A46790F}" destId="{AB0242D5-F038-4BE8-B7DD-866DDFEBE445}" srcOrd="0" destOrd="0" presId="urn:microsoft.com/office/officeart/2008/layout/LinedList"/>
    <dgm:cxn modelId="{B2A7DBA0-C784-4295-B410-1F5BA41803F7}" type="presParOf" srcId="{D3B28F8D-0535-4BA9-BD79-AA079A46790F}" destId="{12C3049F-D928-485C-AA1A-12C2A7DB5496}" srcOrd="1" destOrd="0" presId="urn:microsoft.com/office/officeart/2008/layout/LinedList"/>
    <dgm:cxn modelId="{6702BB6B-E56F-48BA-9E4E-0890CE1931F2}" type="presParOf" srcId="{D358D984-A55D-4AEA-80C6-AB2F9205EB58}" destId="{4ECE6A94-B0DF-44CF-A861-BA14FE3C5F5F}" srcOrd="6" destOrd="0" presId="urn:microsoft.com/office/officeart/2008/layout/LinedList"/>
    <dgm:cxn modelId="{4A159731-9F11-4B8A-97B1-7F390F1AE2B1}" type="presParOf" srcId="{D358D984-A55D-4AEA-80C6-AB2F9205EB58}" destId="{E28F09DF-8B9A-4F3E-8036-A35A4CC95F54}" srcOrd="7" destOrd="0" presId="urn:microsoft.com/office/officeart/2008/layout/LinedList"/>
    <dgm:cxn modelId="{85FBA045-627E-4628-859F-CDEAE78F1C03}" type="presParOf" srcId="{E28F09DF-8B9A-4F3E-8036-A35A4CC95F54}" destId="{4C0E79C9-B1AB-4608-B680-22050B000D86}" srcOrd="0" destOrd="0" presId="urn:microsoft.com/office/officeart/2008/layout/LinedList"/>
    <dgm:cxn modelId="{63C0B189-7242-404F-9EBA-590406797C96}" type="presParOf" srcId="{E28F09DF-8B9A-4F3E-8036-A35A4CC95F54}" destId="{4A4CDB39-1043-4C37-AB1B-B3E2834A7F81}" srcOrd="1" destOrd="0" presId="urn:microsoft.com/office/officeart/2008/layout/LinedList"/>
    <dgm:cxn modelId="{E1540DEC-2593-4E80-84FD-F8ECD928EF0D}" type="presParOf" srcId="{D358D984-A55D-4AEA-80C6-AB2F9205EB58}" destId="{C8C04FDA-619C-4E05-AE8E-20D8FD7CF826}" srcOrd="8" destOrd="0" presId="urn:microsoft.com/office/officeart/2008/layout/LinedList"/>
    <dgm:cxn modelId="{47C78746-F674-40AD-A629-449FD46BC07E}" type="presParOf" srcId="{D358D984-A55D-4AEA-80C6-AB2F9205EB58}" destId="{A99EDACE-6EEB-4C48-8E4D-7FD37905784E}" srcOrd="9" destOrd="0" presId="urn:microsoft.com/office/officeart/2008/layout/LinedList"/>
    <dgm:cxn modelId="{25499FBC-0A7A-4C13-972A-2FBD098DE9D5}" type="presParOf" srcId="{A99EDACE-6EEB-4C48-8E4D-7FD37905784E}" destId="{69167CD9-54F2-4E43-85D5-3BA482E1E6ED}" srcOrd="0" destOrd="0" presId="urn:microsoft.com/office/officeart/2008/layout/LinedList"/>
    <dgm:cxn modelId="{14431DA2-46D9-41F3-8DBB-5CD5C68432C9}" type="presParOf" srcId="{A99EDACE-6EEB-4C48-8E4D-7FD37905784E}" destId="{E207DF6D-9F31-4035-B670-335D325A1DF9}" srcOrd="1" destOrd="0" presId="urn:microsoft.com/office/officeart/2008/layout/LinedList"/>
    <dgm:cxn modelId="{D287BB57-9A97-40D9-8188-9189350A07B2}" type="presParOf" srcId="{D358D984-A55D-4AEA-80C6-AB2F9205EB58}" destId="{1976BA5B-4578-41A9-A0EB-B7D20CB9B5A1}" srcOrd="10" destOrd="0" presId="urn:microsoft.com/office/officeart/2008/layout/LinedList"/>
    <dgm:cxn modelId="{FC13F774-EB13-4EB3-82AE-5E7A22B76135}" type="presParOf" srcId="{D358D984-A55D-4AEA-80C6-AB2F9205EB58}" destId="{87E7F0EA-DE18-49A6-A5ED-E5545AA0FF14}" srcOrd="11" destOrd="0" presId="urn:microsoft.com/office/officeart/2008/layout/LinedList"/>
    <dgm:cxn modelId="{6E7782DB-5831-41D7-987C-EF20819D1A82}" type="presParOf" srcId="{87E7F0EA-DE18-49A6-A5ED-E5545AA0FF14}" destId="{DCC2D257-2382-46D3-989E-38C433517F33}" srcOrd="0" destOrd="0" presId="urn:microsoft.com/office/officeart/2008/layout/LinedList"/>
    <dgm:cxn modelId="{7AC2CBF5-32AF-46A8-8E25-3864773942EF}" type="presParOf" srcId="{87E7F0EA-DE18-49A6-A5ED-E5545AA0FF14}" destId="{4B4F28A3-59C7-4890-91EC-8C15398C6AA4}" srcOrd="1" destOrd="0" presId="urn:microsoft.com/office/officeart/2008/layout/LinedList"/>
    <dgm:cxn modelId="{F3E15809-4B05-4A2D-8E24-BDA2D1FCD83B}" type="presParOf" srcId="{D358D984-A55D-4AEA-80C6-AB2F9205EB58}" destId="{67BD5040-115C-4C16-B902-2CF2F4120396}" srcOrd="12" destOrd="0" presId="urn:microsoft.com/office/officeart/2008/layout/LinedList"/>
    <dgm:cxn modelId="{645B6DA0-5C4D-45AF-B76B-1BBAAA36BA74}" type="presParOf" srcId="{D358D984-A55D-4AEA-80C6-AB2F9205EB58}" destId="{2956D51D-06D7-4FC8-9056-E1203BAEF5D2}" srcOrd="13" destOrd="0" presId="urn:microsoft.com/office/officeart/2008/layout/LinedList"/>
    <dgm:cxn modelId="{DBDEE0EC-ED48-4331-9F85-B69773C06581}" type="presParOf" srcId="{2956D51D-06D7-4FC8-9056-E1203BAEF5D2}" destId="{19CACB3B-E52A-4EA7-B073-16D4FE3FEDD8}" srcOrd="0" destOrd="0" presId="urn:microsoft.com/office/officeart/2008/layout/LinedList"/>
    <dgm:cxn modelId="{540152A0-5500-4F8B-83C7-A8885390EF1C}" type="presParOf" srcId="{2956D51D-06D7-4FC8-9056-E1203BAEF5D2}" destId="{DF130B53-9FD5-4D9C-9FA4-741A13D67116}" srcOrd="1" destOrd="0" presId="urn:microsoft.com/office/officeart/2008/layout/LinedList"/>
    <dgm:cxn modelId="{CAAAB56C-65EF-4A16-9B04-2BA1EB8DF95B}" type="presParOf" srcId="{D358D984-A55D-4AEA-80C6-AB2F9205EB58}" destId="{F972B3EA-A282-4F24-AE4B-0FEE853585D5}" srcOrd="14" destOrd="0" presId="urn:microsoft.com/office/officeart/2008/layout/LinedList"/>
    <dgm:cxn modelId="{77A650A2-8CCA-48B4-96B4-BEBD6DDDF41B}" type="presParOf" srcId="{D358D984-A55D-4AEA-80C6-AB2F9205EB58}" destId="{F932CDA7-48F6-4F8B-A152-A484DF05032F}" srcOrd="15" destOrd="0" presId="urn:microsoft.com/office/officeart/2008/layout/LinedList"/>
    <dgm:cxn modelId="{FCCDF0F4-C1ED-40A1-8261-90785299253F}" type="presParOf" srcId="{F932CDA7-48F6-4F8B-A152-A484DF05032F}" destId="{9DED12D8-3C99-4BEE-92EA-B1DB6705C9F7}" srcOrd="0" destOrd="0" presId="urn:microsoft.com/office/officeart/2008/layout/LinedList"/>
    <dgm:cxn modelId="{3574929E-6201-4A69-8119-E6C41EC6B7FB}" type="presParOf" srcId="{F932CDA7-48F6-4F8B-A152-A484DF05032F}" destId="{4C65841D-E3EF-4488-9143-ADB0661A0A8D}" srcOrd="1" destOrd="0" presId="urn:microsoft.com/office/officeart/2008/layout/LinedList"/>
    <dgm:cxn modelId="{542FD3FB-0ACD-408E-B662-4C6A7ADE5E9D}" type="presParOf" srcId="{D358D984-A55D-4AEA-80C6-AB2F9205EB58}" destId="{0CBB2DD5-669B-4041-828C-68FADF69E773}" srcOrd="16" destOrd="0" presId="urn:microsoft.com/office/officeart/2008/layout/LinedList"/>
    <dgm:cxn modelId="{C70848C4-30C7-4428-989A-8EA1413C9B16}" type="presParOf" srcId="{D358D984-A55D-4AEA-80C6-AB2F9205EB58}" destId="{A94D3633-4A24-4C2E-9208-5E98D92F1B2D}" srcOrd="17" destOrd="0" presId="urn:microsoft.com/office/officeart/2008/layout/LinedList"/>
    <dgm:cxn modelId="{1E068C61-18F1-4DE3-BDF6-7D7957B0ECEC}" type="presParOf" srcId="{A94D3633-4A24-4C2E-9208-5E98D92F1B2D}" destId="{7B8D5D3F-6190-4531-8F63-ABFF98BD5412}" srcOrd="0" destOrd="0" presId="urn:microsoft.com/office/officeart/2008/layout/LinedList"/>
    <dgm:cxn modelId="{98797022-4680-4439-961F-FDE4E19E5C1C}" type="presParOf" srcId="{A94D3633-4A24-4C2E-9208-5E98D92F1B2D}" destId="{C65AEFC3-8C12-4AD2-884B-843215CD1CEB}" srcOrd="1" destOrd="0" presId="urn:microsoft.com/office/officeart/2008/layout/LinedList"/>
    <dgm:cxn modelId="{DC61E1AF-4387-445B-86C8-A48DA31AD555}" type="presParOf" srcId="{D358D984-A55D-4AEA-80C6-AB2F9205EB58}" destId="{9A181877-60DF-41ED-B03D-0BCBF5E201BC}" srcOrd="18" destOrd="0" presId="urn:microsoft.com/office/officeart/2008/layout/LinedList"/>
    <dgm:cxn modelId="{C919B193-9080-4805-92BA-6EBD471ABB4B}" type="presParOf" srcId="{D358D984-A55D-4AEA-80C6-AB2F9205EB58}" destId="{416C4F5A-1DFE-42FC-8BB6-D0D2A81AD993}" srcOrd="19" destOrd="0" presId="urn:microsoft.com/office/officeart/2008/layout/LinedList"/>
    <dgm:cxn modelId="{0D96B2F7-83D5-405E-B56A-DD5FE144EC0F}" type="presParOf" srcId="{416C4F5A-1DFE-42FC-8BB6-D0D2A81AD993}" destId="{F7DF2FDE-4939-4AA6-BFB4-FB21F2642184}" srcOrd="0" destOrd="0" presId="urn:microsoft.com/office/officeart/2008/layout/LinedList"/>
    <dgm:cxn modelId="{53EEC3CB-C5A8-4BEA-9B4D-3327F70003E6}" type="presParOf" srcId="{416C4F5A-1DFE-42FC-8BB6-D0D2A81AD993}" destId="{C60EE44E-1894-4AED-936A-CBD8372BA501}" srcOrd="1" destOrd="0" presId="urn:microsoft.com/office/officeart/2008/layout/LinedList"/>
    <dgm:cxn modelId="{A7F3CDCF-60AD-4D37-A22B-26B3D082C66B}" type="presParOf" srcId="{D358D984-A55D-4AEA-80C6-AB2F9205EB58}" destId="{649297BA-B048-46AC-9AC8-BEB3CF1C881B}" srcOrd="20" destOrd="0" presId="urn:microsoft.com/office/officeart/2008/layout/LinedList"/>
    <dgm:cxn modelId="{A7353A8A-8BF0-4A8C-B252-1CB3F8A8B579}" type="presParOf" srcId="{D358D984-A55D-4AEA-80C6-AB2F9205EB58}" destId="{BFEC84CA-20B4-4A0D-A132-C9D5EC94210A}" srcOrd="21" destOrd="0" presId="urn:microsoft.com/office/officeart/2008/layout/LinedList"/>
    <dgm:cxn modelId="{A54A4249-2F45-4223-A888-D713B4819C9B}" type="presParOf" srcId="{BFEC84CA-20B4-4A0D-A132-C9D5EC94210A}" destId="{2B1436AF-AE13-4351-AFF4-D18DED5EE540}" srcOrd="0" destOrd="0" presId="urn:microsoft.com/office/officeart/2008/layout/LinedList"/>
    <dgm:cxn modelId="{E12F4189-8ECE-4597-93E5-FDDF8D8A9862}" type="presParOf" srcId="{BFEC84CA-20B4-4A0D-A132-C9D5EC94210A}" destId="{166368D9-369A-4CBC-A629-320A719C68C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975C9-3E4B-4454-A495-D3DDA6907DE8}">
      <dsp:nvSpPr>
        <dsp:cNvPr id="0" name=""/>
        <dsp:cNvSpPr/>
      </dsp:nvSpPr>
      <dsp:spPr>
        <a:xfrm>
          <a:off x="0" y="1848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A7923-5245-4E5E-B152-BF7E6DEAC31E}">
      <dsp:nvSpPr>
        <dsp:cNvPr id="0" name=""/>
        <dsp:cNvSpPr/>
      </dsp:nvSpPr>
      <dsp:spPr>
        <a:xfrm>
          <a:off x="0" y="1848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🐍 </a:t>
          </a:r>
          <a:r>
            <a:rPr lang="tr-TR" sz="2000" kern="1200" dirty="0">
              <a:latin typeface="Dubai" panose="020B0503030403030204" pitchFamily="34" charset="-78"/>
              <a:cs typeface="Dubai" panose="020B0503030403030204" pitchFamily="34" charset="-78"/>
            </a:rPr>
            <a:t>Python </a:t>
          </a:r>
          <a:r>
            <a:rPr lang="tr-TR" sz="2000" kern="1200" dirty="0" err="1">
              <a:latin typeface="Dubai" panose="020B0503030403030204" pitchFamily="34" charset="-78"/>
              <a:cs typeface="Dubai" panose="020B0503030403030204" pitchFamily="34" charset="-78"/>
            </a:rPr>
            <a:t>Documentation</a:t>
          </a:r>
          <a:r>
            <a:rPr lang="tr-TR" sz="2000" kern="1200" dirty="0">
              <a:latin typeface="Dubai" panose="020B0503030403030204" pitchFamily="34" charset="-78"/>
              <a:cs typeface="Dubai" panose="020B0503030403030204" pitchFamily="34" charset="-78"/>
            </a:rPr>
            <a:t> </a:t>
          </a:r>
          <a:endParaRPr lang="en-US" sz="2000" kern="1200" dirty="0">
            <a:latin typeface="Dubai" panose="020B0503030403030204" pitchFamily="34" charset="-78"/>
            <a:cs typeface="Dubai" panose="020B0503030403030204" pitchFamily="34" charset="-78"/>
          </a:endParaRPr>
        </a:p>
      </dsp:txBody>
      <dsp:txXfrm>
        <a:off x="0" y="1848"/>
        <a:ext cx="7460974" cy="343742"/>
      </dsp:txXfrm>
    </dsp:sp>
    <dsp:sp modelId="{E6BAA8DE-D8D2-4C46-98F6-8BDFCCC9F552}">
      <dsp:nvSpPr>
        <dsp:cNvPr id="0" name=""/>
        <dsp:cNvSpPr/>
      </dsp:nvSpPr>
      <dsp:spPr>
        <a:xfrm>
          <a:off x="0" y="345590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8FC55-A9DD-4E1E-9F8F-A086BA45433F}">
      <dsp:nvSpPr>
        <dsp:cNvPr id="0" name=""/>
        <dsp:cNvSpPr/>
      </dsp:nvSpPr>
      <dsp:spPr>
        <a:xfrm>
          <a:off x="0" y="345590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🌐 </a:t>
          </a:r>
          <a:r>
            <a:rPr lang="tr-TR" sz="2000" kern="1200" dirty="0" err="1"/>
            <a:t>Flask</a:t>
          </a:r>
          <a:r>
            <a:rPr lang="tr-TR" sz="2000" kern="1200" dirty="0"/>
            <a:t> </a:t>
          </a:r>
          <a:r>
            <a:rPr lang="tr-TR" sz="2000" kern="1200" dirty="0" err="1"/>
            <a:t>Documentation</a:t>
          </a:r>
          <a:endParaRPr lang="en-US" sz="2000" kern="1200" dirty="0"/>
        </a:p>
      </dsp:txBody>
      <dsp:txXfrm>
        <a:off x="0" y="345590"/>
        <a:ext cx="7460974" cy="343742"/>
      </dsp:txXfrm>
    </dsp:sp>
    <dsp:sp modelId="{120CA98A-3BD3-4677-8ED2-CE9BC96A380D}">
      <dsp:nvSpPr>
        <dsp:cNvPr id="0" name=""/>
        <dsp:cNvSpPr/>
      </dsp:nvSpPr>
      <dsp:spPr>
        <a:xfrm>
          <a:off x="0" y="689332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242D5-F038-4BE8-B7DD-866DDFEBE445}">
      <dsp:nvSpPr>
        <dsp:cNvPr id="0" name=""/>
        <dsp:cNvSpPr/>
      </dsp:nvSpPr>
      <dsp:spPr>
        <a:xfrm>
          <a:off x="0" y="689332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🔍 </a:t>
          </a:r>
          <a:r>
            <a:rPr lang="tr-TR" sz="2000" kern="1200" dirty="0" err="1"/>
            <a:t>Tesseract</a:t>
          </a:r>
          <a:r>
            <a:rPr lang="tr-TR" sz="2000" kern="1200" dirty="0"/>
            <a:t> OCR </a:t>
          </a:r>
          <a:r>
            <a:rPr lang="tr-TR" sz="2000" kern="1200" dirty="0" err="1"/>
            <a:t>Documentation</a:t>
          </a:r>
          <a:endParaRPr lang="en-US" sz="2000" kern="1200" dirty="0"/>
        </a:p>
      </dsp:txBody>
      <dsp:txXfrm>
        <a:off x="0" y="689332"/>
        <a:ext cx="7460974" cy="343742"/>
      </dsp:txXfrm>
    </dsp:sp>
    <dsp:sp modelId="{4ECE6A94-B0DF-44CF-A861-BA14FE3C5F5F}">
      <dsp:nvSpPr>
        <dsp:cNvPr id="0" name=""/>
        <dsp:cNvSpPr/>
      </dsp:nvSpPr>
      <dsp:spPr>
        <a:xfrm>
          <a:off x="0" y="1033074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E79C9-B1AB-4608-B680-22050B000D86}">
      <dsp:nvSpPr>
        <dsp:cNvPr id="0" name=""/>
        <dsp:cNvSpPr/>
      </dsp:nvSpPr>
      <dsp:spPr>
        <a:xfrm>
          <a:off x="0" y="1033074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📊 </a:t>
          </a:r>
          <a:r>
            <a:rPr lang="tr-TR" sz="2000" kern="1200" dirty="0" err="1"/>
            <a:t>OpenPyXL</a:t>
          </a:r>
          <a:r>
            <a:rPr lang="tr-TR" sz="2000" kern="1200" dirty="0"/>
            <a:t> </a:t>
          </a:r>
          <a:r>
            <a:rPr lang="tr-TR" sz="2000" kern="1200" dirty="0" err="1"/>
            <a:t>Documentation</a:t>
          </a:r>
          <a:endParaRPr lang="en-US" sz="2000" kern="1200" dirty="0"/>
        </a:p>
      </dsp:txBody>
      <dsp:txXfrm>
        <a:off x="0" y="1033074"/>
        <a:ext cx="7460974" cy="343742"/>
      </dsp:txXfrm>
    </dsp:sp>
    <dsp:sp modelId="{C8C04FDA-619C-4E05-AE8E-20D8FD7CF826}">
      <dsp:nvSpPr>
        <dsp:cNvPr id="0" name=""/>
        <dsp:cNvSpPr/>
      </dsp:nvSpPr>
      <dsp:spPr>
        <a:xfrm>
          <a:off x="0" y="1376816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67CD9-54F2-4E43-85D5-3BA482E1E6ED}">
      <dsp:nvSpPr>
        <dsp:cNvPr id="0" name=""/>
        <dsp:cNvSpPr/>
      </dsp:nvSpPr>
      <dsp:spPr>
        <a:xfrm>
          <a:off x="0" y="1376816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📄 </a:t>
          </a:r>
          <a:r>
            <a:rPr lang="tr-TR" sz="2000" kern="1200" dirty="0" err="1"/>
            <a:t>PDFPlumber</a:t>
          </a:r>
          <a:r>
            <a:rPr lang="tr-TR" sz="2000" kern="1200" dirty="0"/>
            <a:t> </a:t>
          </a:r>
          <a:r>
            <a:rPr lang="tr-TR" sz="2000" kern="1200" dirty="0" err="1"/>
            <a:t>Documentation</a:t>
          </a:r>
          <a:endParaRPr lang="en-US" sz="2000" kern="1200" dirty="0"/>
        </a:p>
      </dsp:txBody>
      <dsp:txXfrm>
        <a:off x="0" y="1376816"/>
        <a:ext cx="7460974" cy="343742"/>
      </dsp:txXfrm>
    </dsp:sp>
    <dsp:sp modelId="{1976BA5B-4578-41A9-A0EB-B7D20CB9B5A1}">
      <dsp:nvSpPr>
        <dsp:cNvPr id="0" name=""/>
        <dsp:cNvSpPr/>
      </dsp:nvSpPr>
      <dsp:spPr>
        <a:xfrm>
          <a:off x="0" y="1720558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2D257-2382-46D3-989E-38C433517F33}">
      <dsp:nvSpPr>
        <dsp:cNvPr id="0" name=""/>
        <dsp:cNvSpPr/>
      </dsp:nvSpPr>
      <dsp:spPr>
        <a:xfrm>
          <a:off x="0" y="1720558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📝 Python-</a:t>
          </a:r>
          <a:r>
            <a:rPr lang="tr-TR" sz="2000" kern="1200" dirty="0" err="1"/>
            <a:t>Docx</a:t>
          </a:r>
          <a:r>
            <a:rPr lang="tr-TR" sz="2000" kern="1200" dirty="0"/>
            <a:t> </a:t>
          </a:r>
          <a:r>
            <a:rPr lang="tr-TR" sz="2000" kern="1200" dirty="0" err="1"/>
            <a:t>Documentation</a:t>
          </a:r>
          <a:endParaRPr lang="en-US" sz="2000" kern="1200" dirty="0"/>
        </a:p>
      </dsp:txBody>
      <dsp:txXfrm>
        <a:off x="0" y="1720558"/>
        <a:ext cx="7460974" cy="343742"/>
      </dsp:txXfrm>
    </dsp:sp>
    <dsp:sp modelId="{67BD5040-115C-4C16-B902-2CF2F4120396}">
      <dsp:nvSpPr>
        <dsp:cNvPr id="0" name=""/>
        <dsp:cNvSpPr/>
      </dsp:nvSpPr>
      <dsp:spPr>
        <a:xfrm>
          <a:off x="0" y="2064300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ACB3B-E52A-4EA7-B073-16D4FE3FEDD8}">
      <dsp:nvSpPr>
        <dsp:cNvPr id="0" name=""/>
        <dsp:cNvSpPr/>
      </dsp:nvSpPr>
      <dsp:spPr>
        <a:xfrm>
          <a:off x="0" y="2064300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📧 </a:t>
          </a:r>
          <a:r>
            <a:rPr lang="tr-TR" sz="2000" kern="1200" dirty="0" err="1"/>
            <a:t>Flask</a:t>
          </a:r>
          <a:r>
            <a:rPr lang="tr-TR" sz="2000" kern="1200" dirty="0"/>
            <a:t>-Mail </a:t>
          </a:r>
          <a:r>
            <a:rPr lang="tr-TR" sz="2000" kern="1200" dirty="0" err="1"/>
            <a:t>Documentation</a:t>
          </a:r>
          <a:endParaRPr lang="en-US" sz="2000" kern="1200" dirty="0"/>
        </a:p>
      </dsp:txBody>
      <dsp:txXfrm>
        <a:off x="0" y="2064300"/>
        <a:ext cx="7460974" cy="343742"/>
      </dsp:txXfrm>
    </dsp:sp>
    <dsp:sp modelId="{F972B3EA-A282-4F24-AE4B-0FEE853585D5}">
      <dsp:nvSpPr>
        <dsp:cNvPr id="0" name=""/>
        <dsp:cNvSpPr/>
      </dsp:nvSpPr>
      <dsp:spPr>
        <a:xfrm>
          <a:off x="0" y="2408042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D12D8-3C99-4BEE-92EA-B1DB6705C9F7}">
      <dsp:nvSpPr>
        <dsp:cNvPr id="0" name=""/>
        <dsp:cNvSpPr/>
      </dsp:nvSpPr>
      <dsp:spPr>
        <a:xfrm>
          <a:off x="0" y="2408042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🎓 W3Schools Eğitim Kaynakları</a:t>
          </a:r>
          <a:endParaRPr lang="en-US" sz="2000" kern="1200" dirty="0"/>
        </a:p>
      </dsp:txBody>
      <dsp:txXfrm>
        <a:off x="0" y="2408042"/>
        <a:ext cx="7460974" cy="343742"/>
      </dsp:txXfrm>
    </dsp:sp>
    <dsp:sp modelId="{0CBB2DD5-669B-4041-828C-68FADF69E773}">
      <dsp:nvSpPr>
        <dsp:cNvPr id="0" name=""/>
        <dsp:cNvSpPr/>
      </dsp:nvSpPr>
      <dsp:spPr>
        <a:xfrm>
          <a:off x="0" y="2751784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D5D3F-6190-4531-8F63-ABFF98BD5412}">
      <dsp:nvSpPr>
        <dsp:cNvPr id="0" name=""/>
        <dsp:cNvSpPr/>
      </dsp:nvSpPr>
      <dsp:spPr>
        <a:xfrm>
          <a:off x="0" y="2751784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💡 </a:t>
          </a:r>
          <a:r>
            <a:rPr lang="tr-TR" sz="2000" kern="1200" dirty="0" err="1"/>
            <a:t>Stack</a:t>
          </a:r>
          <a:r>
            <a:rPr lang="tr-TR" sz="2000" kern="1200" dirty="0"/>
            <a:t> </a:t>
          </a:r>
          <a:r>
            <a:rPr lang="tr-TR" sz="2000" kern="1200" dirty="0" err="1"/>
            <a:t>Overflow</a:t>
          </a:r>
          <a:r>
            <a:rPr lang="tr-TR" sz="2000" kern="1200" dirty="0"/>
            <a:t> Yazılım Topluluğu </a:t>
          </a:r>
          <a:endParaRPr lang="en-US" sz="2000" kern="1200" dirty="0"/>
        </a:p>
      </dsp:txBody>
      <dsp:txXfrm>
        <a:off x="0" y="2751784"/>
        <a:ext cx="7460974" cy="343742"/>
      </dsp:txXfrm>
    </dsp:sp>
    <dsp:sp modelId="{9A181877-60DF-41ED-B03D-0BCBF5E201BC}">
      <dsp:nvSpPr>
        <dsp:cNvPr id="0" name=""/>
        <dsp:cNvSpPr/>
      </dsp:nvSpPr>
      <dsp:spPr>
        <a:xfrm>
          <a:off x="0" y="3095526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F2FDE-4939-4AA6-BFB4-FB21F2642184}">
      <dsp:nvSpPr>
        <dsp:cNvPr id="0" name=""/>
        <dsp:cNvSpPr/>
      </dsp:nvSpPr>
      <dsp:spPr>
        <a:xfrm>
          <a:off x="0" y="3095526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      </a:t>
          </a:r>
          <a:r>
            <a:rPr lang="tr-TR" sz="2000" kern="1200" dirty="0" err="1"/>
            <a:t>Chatgbt</a:t>
          </a:r>
          <a:r>
            <a:rPr lang="tr-TR" sz="2000" kern="1200" dirty="0"/>
            <a:t> </a:t>
          </a:r>
          <a:endParaRPr lang="en-US" sz="2000" kern="1200" dirty="0"/>
        </a:p>
      </dsp:txBody>
      <dsp:txXfrm>
        <a:off x="0" y="3095526"/>
        <a:ext cx="7460974" cy="343742"/>
      </dsp:txXfrm>
    </dsp:sp>
    <dsp:sp modelId="{649297BA-B048-46AC-9AC8-BEB3CF1C881B}">
      <dsp:nvSpPr>
        <dsp:cNvPr id="0" name=""/>
        <dsp:cNvSpPr/>
      </dsp:nvSpPr>
      <dsp:spPr>
        <a:xfrm>
          <a:off x="0" y="3439268"/>
          <a:ext cx="74609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436AF-AE13-4351-AFF4-D18DED5EE540}">
      <dsp:nvSpPr>
        <dsp:cNvPr id="0" name=""/>
        <dsp:cNvSpPr/>
      </dsp:nvSpPr>
      <dsp:spPr>
        <a:xfrm>
          <a:off x="0" y="3439268"/>
          <a:ext cx="7460974" cy="34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      Gemini</a:t>
          </a:r>
          <a:endParaRPr lang="en-US" sz="2000" kern="1200" dirty="0"/>
        </a:p>
      </dsp:txBody>
      <dsp:txXfrm>
        <a:off x="0" y="3439268"/>
        <a:ext cx="7460974" cy="343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F8AAF688-4230-416C-89E3-E92E21EDEA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50628B6-590A-464A-B7C0-CBD2131F12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048FB-D58A-4887-B636-AA1ADA79202A}" type="datetime1">
              <a:rPr lang="tr-TR" smtClean="0"/>
              <a:t>9.06.2026</a:t>
            </a:fld>
            <a:endParaRPr lang="tr-TR" dirty="0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13BA727-B7E9-4E4F-B31F-A348F15744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646142A-3164-49D1-A04E-D8CDDC1DC7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18083-7504-453D-98C7-F2597593C8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3319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 noProof="0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F1D51-B13C-4A5C-8BAA-20736896E29C}" type="datetime1">
              <a:rPr lang="tr-TR" smtClean="0"/>
              <a:pPr/>
              <a:t>9.06.2026</a:t>
            </a:fld>
            <a:endParaRPr lang="tr-TR" dirty="0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 noProof="0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noProof="0" dirty="0"/>
              <a:t>Asıl metin stillerini düzenle</a:t>
            </a:r>
          </a:p>
          <a:p>
            <a:pPr lvl="1"/>
            <a:r>
              <a:rPr lang="tr-TR" noProof="0" dirty="0"/>
              <a:t>İkinci düzey</a:t>
            </a:r>
          </a:p>
          <a:p>
            <a:pPr lvl="2"/>
            <a:r>
              <a:rPr lang="tr-TR" noProof="0" dirty="0"/>
              <a:t>Üçüncü düzey</a:t>
            </a:r>
          </a:p>
          <a:p>
            <a:pPr lvl="3"/>
            <a:r>
              <a:rPr lang="tr-TR" noProof="0" dirty="0"/>
              <a:t>Dördüncü düzey</a:t>
            </a:r>
          </a:p>
          <a:p>
            <a:pPr lvl="4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 noProof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3E9F6-6EDA-45DE-860A-6F925C906634}" type="slidenum">
              <a:rPr lang="tr-TR" noProof="0" smtClean="0"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308287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3E9F6-6EDA-45DE-860A-6F925C906634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1816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3E9F6-6EDA-45DE-860A-6F925C906634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5109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3E9F6-6EDA-45DE-860A-6F925C906634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8016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3E9F6-6EDA-45DE-860A-6F925C906634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6439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3E9F6-6EDA-45DE-860A-6F925C906634}" type="slidenum">
              <a:rPr lang="tr-TR" noProof="0" smtClean="0"/>
              <a:t>14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817069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3E9F6-6EDA-45DE-860A-6F925C906634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916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B67C96A-FCCC-4B4B-81CE-3220B7969499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pPr rtl="0"/>
            <a:endParaRPr lang="tr-T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rtl="0"/>
            <a:fld id="{6D22F896-40B5-4ADD-8801-0D06FADFA095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942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A2FC40-DAEC-4271-8E86-791FDEFF6408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tr-T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6384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989C071-89BA-4ED7-BC54-5EFB921BB824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tr-T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093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A2FC40-DAEC-4271-8E86-791FDEFF6408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tr-TR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6624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A2FC40-DAEC-4271-8E86-791FDEFF6408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tr-TR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377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15826C8-60BB-415C-B0BA-8B424C493B9B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tr-TR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3E8FF1D-E8C4-4A81-A17E-BBDF9EABCE40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tr-TR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tr-TR" noProof="0" smtClean="0"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450551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A2FC40-DAEC-4271-8E86-791FDEFF6408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tr-TR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5320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F2A2FC40-DAEC-4271-8E86-791FDEFF6408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8928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A2FC40-DAEC-4271-8E86-791FDEFF6408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tr-T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6196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A2FC40-DAEC-4271-8E86-791FDEFF6408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tr-T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6622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2A2FC40-DAEC-4271-8E86-791FDEFF6408}" type="datetime1">
              <a:rPr lang="tr-TR" noProof="0" smtClean="0"/>
              <a:t>9.06.2026</a:t>
            </a:fld>
            <a:endParaRPr lang="tr-T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tr-T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rtl="0"/>
            <a:fld id="{6D22F896-40B5-4ADD-8801-0D06FADFA095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03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Resim 15">
            <a:extLst>
              <a:ext uri="{FF2B5EF4-FFF2-40B4-BE49-F238E27FC236}">
                <a16:creationId xmlns:a16="http://schemas.microsoft.com/office/drawing/2014/main" id="{FEB2BF72-0882-9501-2872-A838AB9E5E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b="26009"/>
          <a:stretch>
            <a:fillRect/>
          </a:stretch>
        </p:blipFill>
        <p:spPr>
          <a:xfrm>
            <a:off x="-20" y="2042"/>
            <a:ext cx="12192000" cy="6855958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08BDDBEB-2A0E-4470-BE29-A528A3A60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5" y="4522156"/>
            <a:ext cx="5609222" cy="1363215"/>
          </a:xfrm>
        </p:spPr>
        <p:txBody>
          <a:bodyPr rtlCol="0" anchor="t">
            <a:normAutofit/>
          </a:bodyPr>
          <a:lstStyle/>
          <a:p>
            <a:pPr algn="l" rtl="0"/>
            <a:r>
              <a:rPr lang="tr-TR" sz="4800"/>
              <a:t>		</a:t>
            </a:r>
            <a:r>
              <a:rPr lang="tr-TR" sz="4800">
                <a:latin typeface="Algerian" panose="04020705040A02060702" pitchFamily="82" charset="0"/>
              </a:rPr>
              <a:t>HOSTEASY</a:t>
            </a:r>
            <a:endParaRPr lang="tr-TR" sz="4800" dirty="0">
              <a:latin typeface="Algerian" panose="04020705040A02060702" pitchFamily="82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D090625-51CE-4ECB-81A4-C4905F3FB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3945418"/>
            <a:ext cx="5609219" cy="576738"/>
          </a:xfrm>
        </p:spPr>
        <p:txBody>
          <a:bodyPr rtlCol="0" anchor="b">
            <a:normAutofit/>
          </a:bodyPr>
          <a:lstStyle/>
          <a:p>
            <a:pPr algn="l" rtl="0"/>
            <a:r>
              <a:rPr lang="tr-TR" sz="1900">
                <a:latin typeface="Angsana New" panose="020B0502040204020203" pitchFamily="18" charset="-34"/>
                <a:cs typeface="Angsana New" panose="020B0502040204020203" pitchFamily="18" charset="-34"/>
              </a:rPr>
              <a:t>MÜKEMMEL ORGANİZASYONLAR,KUSURSUZ YÖNETİMLE BAŞLAR</a:t>
            </a:r>
            <a:r>
              <a:rPr lang="tr-TR" sz="1900"/>
              <a:t>.</a:t>
            </a:r>
            <a:endParaRPr lang="tr-TR" sz="1900" dirty="0"/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551E02BC-36D9-E432-2726-8CEA7B412C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20011"/>
          <a:stretch>
            <a:fillRect/>
          </a:stretch>
        </p:blipFill>
        <p:spPr>
          <a:xfrm>
            <a:off x="1246574" y="10"/>
            <a:ext cx="3913632" cy="2285224"/>
          </a:xfrm>
          <a:custGeom>
            <a:avLst/>
            <a:gdLst/>
            <a:ahLst/>
            <a:cxnLst/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</p:spPr>
      </p:pic>
      <p:pic>
        <p:nvPicPr>
          <p:cNvPr id="52" name="Resim 51">
            <a:extLst>
              <a:ext uri="{FF2B5EF4-FFF2-40B4-BE49-F238E27FC236}">
                <a16:creationId xmlns:a16="http://schemas.microsoft.com/office/drawing/2014/main" id="{7CD8BB22-3E5C-90C9-61BF-CBEE56F5A9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847" r="-2" b="13888"/>
          <a:stretch>
            <a:fillRect/>
          </a:stretch>
        </p:blipFill>
        <p:spPr>
          <a:xfrm>
            <a:off x="20" y="2288332"/>
            <a:ext cx="356461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</p:spPr>
      </p:pic>
      <p:pic>
        <p:nvPicPr>
          <p:cNvPr id="61" name="Resim 60">
            <a:extLst>
              <a:ext uri="{FF2B5EF4-FFF2-40B4-BE49-F238E27FC236}">
                <a16:creationId xmlns:a16="http://schemas.microsoft.com/office/drawing/2014/main" id="{0844F76E-E565-B89A-6FDE-52236ADE98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422" r="-1" b="21827"/>
          <a:stretch>
            <a:fillRect/>
          </a:stretch>
        </p:blipFill>
        <p:spPr>
          <a:xfrm>
            <a:off x="5511871" y="780500"/>
            <a:ext cx="2852928" cy="2852928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0F0EB866-3D3E-B42E-8C16-91ED520F4B4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800" r="-3" b="13398"/>
          <a:stretch>
            <a:fillRect/>
          </a:stretch>
        </p:blipFill>
        <p:spPr>
          <a:xfrm>
            <a:off x="8918761" y="-4330"/>
            <a:ext cx="3273238" cy="3618965"/>
          </a:xfrm>
          <a:custGeom>
            <a:avLst/>
            <a:gdLst/>
            <a:ahLst/>
            <a:cxnLst/>
            <a:rect l="l" t="t" r="r" b="b"/>
            <a:pathLst>
              <a:path w="3273238" h="3618965">
                <a:moveTo>
                  <a:pt x="210437" y="0"/>
                </a:moveTo>
                <a:lnTo>
                  <a:pt x="3273238" y="0"/>
                </a:lnTo>
                <a:lnTo>
                  <a:pt x="3273238" y="3526409"/>
                </a:lnTo>
                <a:lnTo>
                  <a:pt x="3118338" y="3566238"/>
                </a:lnTo>
                <a:cubicBezTo>
                  <a:pt x="2949390" y="3600810"/>
                  <a:pt x="2774463" y="3618965"/>
                  <a:pt x="2595295" y="3618965"/>
                </a:cubicBezTo>
                <a:cubicBezTo>
                  <a:pt x="1161953" y="3618965"/>
                  <a:pt x="0" y="2457012"/>
                  <a:pt x="0" y="1023670"/>
                </a:cubicBezTo>
                <a:cubicBezTo>
                  <a:pt x="0" y="665335"/>
                  <a:pt x="72622" y="323961"/>
                  <a:pt x="203951" y="1346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0101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Resim 23">
            <a:extLst>
              <a:ext uri="{FF2B5EF4-FFF2-40B4-BE49-F238E27FC236}">
                <a16:creationId xmlns:a16="http://schemas.microsoft.com/office/drawing/2014/main" id="{14509D23-E9A3-58DA-55CB-0AFD81030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840" y="1042163"/>
            <a:ext cx="6557160" cy="4025120"/>
          </a:xfrm>
          <a:prstGeom prst="rect">
            <a:avLst/>
          </a:prstGeom>
        </p:spPr>
      </p:pic>
      <p:sp>
        <p:nvSpPr>
          <p:cNvPr id="63" name="Başlık 1">
            <a:extLst>
              <a:ext uri="{FF2B5EF4-FFF2-40B4-BE49-F238E27FC236}">
                <a16:creationId xmlns:a16="http://schemas.microsoft.com/office/drawing/2014/main" id="{69F1744A-CA11-44DA-AE09-C24B436C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240" y="184491"/>
            <a:ext cx="7335519" cy="52832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tr-TR" sz="2400" dirty="0">
                <a:latin typeface="Algerian" panose="04020705040A02060702" pitchFamily="82" charset="0"/>
              </a:rPr>
              <a:t> </a:t>
            </a:r>
            <a:r>
              <a:rPr lang="tr-TR" sz="2400" b="1" dirty="0" err="1">
                <a:latin typeface="Algerian" panose="04020705040A02060702" pitchFamily="82" charset="0"/>
              </a:rPr>
              <a:t>Organİzasyon</a:t>
            </a:r>
            <a:r>
              <a:rPr lang="tr-TR" sz="2400" b="1" dirty="0">
                <a:latin typeface="Algerian" panose="04020705040A02060702" pitchFamily="82" charset="0"/>
              </a:rPr>
              <a:t> </a:t>
            </a:r>
            <a:r>
              <a:rPr lang="tr-TR" sz="2400" b="1" dirty="0" err="1">
                <a:latin typeface="Algerian" panose="04020705040A02060702" pitchFamily="82" charset="0"/>
              </a:rPr>
              <a:t>Yönetİmİnde</a:t>
            </a:r>
            <a:r>
              <a:rPr lang="tr-TR" sz="2400" b="1" dirty="0">
                <a:latin typeface="Algerian" panose="04020705040A02060702" pitchFamily="82" charset="0"/>
              </a:rPr>
              <a:t> </a:t>
            </a:r>
            <a:r>
              <a:rPr lang="tr-TR" sz="2400" b="1" dirty="0" err="1">
                <a:latin typeface="Algerian" panose="04020705040A02060702" pitchFamily="82" charset="0"/>
              </a:rPr>
              <a:t>Yenİ</a:t>
            </a:r>
            <a:r>
              <a:rPr lang="tr-TR" sz="2400" b="1" dirty="0">
                <a:latin typeface="Algerian" panose="04020705040A02060702" pitchFamily="82" charset="0"/>
              </a:rPr>
              <a:t> </a:t>
            </a:r>
            <a:r>
              <a:rPr lang="tr-TR" sz="2400" b="1" dirty="0" err="1">
                <a:latin typeface="Algerian" panose="04020705040A02060702" pitchFamily="82" charset="0"/>
              </a:rPr>
              <a:t>Nesİl</a:t>
            </a:r>
            <a:r>
              <a:rPr lang="tr-TR" sz="2400" b="1" dirty="0">
                <a:latin typeface="Algerian" panose="04020705040A02060702" pitchFamily="82" charset="0"/>
              </a:rPr>
              <a:t> </a:t>
            </a:r>
            <a:r>
              <a:rPr lang="tr-TR" sz="2400" b="1" dirty="0" err="1">
                <a:latin typeface="Algerian" panose="04020705040A02060702" pitchFamily="82" charset="0"/>
              </a:rPr>
              <a:t>Sİstem</a:t>
            </a:r>
            <a:endParaRPr lang="en-US" sz="2400" dirty="0">
              <a:latin typeface="Algerian" panose="04020705040A02060702" pitchFamily="82" charset="0"/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FE8A775F-790D-A896-9E1F-A3DE8593DA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10" r="-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28" name="Resim 27">
            <a:extLst>
              <a:ext uri="{FF2B5EF4-FFF2-40B4-BE49-F238E27FC236}">
                <a16:creationId xmlns:a16="http://schemas.microsoft.com/office/drawing/2014/main" id="{355301B5-07F0-6566-A988-FB7FACC31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155" y="897292"/>
            <a:ext cx="3700719" cy="3156548"/>
          </a:xfrm>
          <a:prstGeom prst="rect">
            <a:avLst/>
          </a:prstGeom>
        </p:spPr>
      </p:pic>
      <p:pic>
        <p:nvPicPr>
          <p:cNvPr id="30" name="Resim 29">
            <a:extLst>
              <a:ext uri="{FF2B5EF4-FFF2-40B4-BE49-F238E27FC236}">
                <a16:creationId xmlns:a16="http://schemas.microsoft.com/office/drawing/2014/main" id="{299456DD-6D07-01F5-B050-98B808FF67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696"/>
          <a:stretch>
            <a:fillRect/>
          </a:stretch>
        </p:blipFill>
        <p:spPr>
          <a:xfrm>
            <a:off x="7186169" y="897292"/>
            <a:ext cx="4657344" cy="3920239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573668CF-5080-4017-A5FC-8190E1940524}"/>
              </a:ext>
            </a:extLst>
          </p:cNvPr>
          <p:cNvSpPr txBox="1"/>
          <p:nvPr/>
        </p:nvSpPr>
        <p:spPr>
          <a:xfrm>
            <a:off x="4609592" y="897292"/>
            <a:ext cx="723392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2000" dirty="0">
                <a:latin typeface="Dubai" panose="020B0503030403030204" pitchFamily="34" charset="-78"/>
                <a:cs typeface="Dubai" panose="020B0503030403030204" pitchFamily="34" charset="-78"/>
              </a:rPr>
              <a:t>HOSTEASY, restoran, kafe, düğün salonu ve benzeri organizasyonlarda misafirlerin masa bilgilerinin hızlı ve kolay bir şekilde yönetilmesini sağlayan web tabanlı bir masa yönlendirme sistemidir.</a:t>
            </a:r>
          </a:p>
          <a:p>
            <a:endParaRPr lang="tr-TR" sz="20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2000" dirty="0">
                <a:latin typeface="Dubai" panose="020B0503030403030204" pitchFamily="34" charset="-78"/>
                <a:cs typeface="Dubai" panose="020B0503030403030204" pitchFamily="34" charset="-78"/>
              </a:rPr>
              <a:t> Sistem, yönetici tarafından yüklenen Excel, PDF, Word veya görüntü dosyalarındaki misafir bilgilerini otomatik olarak işleyerek verileri sisteme aktarır. OCR (Optik Karakter Tanıma) teknolojisi sayesinde görüntüler içerisindeki yazılar da okunabilmektedir.</a:t>
            </a:r>
          </a:p>
          <a:p>
            <a:endParaRPr lang="tr-TR" sz="20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2000" dirty="0">
                <a:latin typeface="Dubai" panose="020B0503030403030204" pitchFamily="34" charset="-78"/>
                <a:cs typeface="Dubai" panose="020B0503030403030204" pitchFamily="34" charset="-78"/>
              </a:rPr>
              <a:t> Hostesler, kendilerine gönderilen bağlantı üzerinden sisteme erişerek misafirlerin isimlerini aratabilir ve masa numaralarını anında görüntüleyebilir.</a:t>
            </a:r>
          </a:p>
          <a:p>
            <a:endParaRPr lang="tr-TR" sz="20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Flask</a:t>
            </a:r>
            <a:r>
              <a:rPr lang="tr-TR" sz="2000" dirty="0">
                <a:latin typeface="Dubai" panose="020B0503030403030204" pitchFamily="34" charset="-78"/>
                <a:cs typeface="Dubai" panose="020B0503030403030204" pitchFamily="34" charset="-78"/>
              </a:rPr>
              <a:t> altyapısı kullanılarak geliştirilen HOSTEASY, kullanıcı dostu arayüzü, hızlı erişim yapısı ve dijital misafir yönetimi özellikleri ile organizasyon süreçlerini kolaylaştırmayı amaçlamaktadır.</a:t>
            </a:r>
          </a:p>
        </p:txBody>
      </p:sp>
    </p:spTree>
    <p:extLst>
      <p:ext uri="{BB962C8B-B14F-4D97-AF65-F5344CB8AC3E}">
        <p14:creationId xmlns:p14="http://schemas.microsoft.com/office/powerpoint/2010/main" val="82549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İçerik Yer Tutucusu 5" descr="Pasta grafiği">
            <a:extLst>
              <a:ext uri="{FF2B5EF4-FFF2-40B4-BE49-F238E27FC236}">
                <a16:creationId xmlns:a16="http://schemas.microsoft.com/office/drawing/2014/main" id="{8F375D0B-4F30-4CE6-8189-5AD3F1D16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238893"/>
              </p:ext>
            </p:extLst>
          </p:nvPr>
        </p:nvGraphicFramePr>
        <p:xfrm>
          <a:off x="4721774" y="2379247"/>
          <a:ext cx="6354769" cy="2060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Resim 7">
            <a:extLst>
              <a:ext uri="{FF2B5EF4-FFF2-40B4-BE49-F238E27FC236}">
                <a16:creationId xmlns:a16="http://schemas.microsoft.com/office/drawing/2014/main" id="{67CE4C95-3642-65D7-FA96-6E8A7ABAF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1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178884F5-F7A1-885C-171A-4DE9C89F7959}"/>
              </a:ext>
            </a:extLst>
          </p:cNvPr>
          <p:cNvSpPr txBox="1"/>
          <p:nvPr/>
        </p:nvSpPr>
        <p:spPr>
          <a:xfrm>
            <a:off x="5858565" y="892496"/>
            <a:ext cx="6140449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cap="all" dirty="0" err="1">
                <a:latin typeface="Algerian" panose="04020705040A02060702" pitchFamily="82" charset="0"/>
                <a:ea typeface="+mj-ea"/>
                <a:cs typeface="+mj-cs"/>
              </a:rPr>
              <a:t>Neden</a:t>
            </a:r>
            <a:r>
              <a:rPr lang="en-US" sz="4000" cap="all" dirty="0">
                <a:latin typeface="Algerian" panose="04020705040A02060702" pitchFamily="82" charset="0"/>
                <a:ea typeface="+mj-ea"/>
                <a:cs typeface="+mj-cs"/>
              </a:rPr>
              <a:t> HOSTEASY</a:t>
            </a:r>
            <a:r>
              <a:rPr lang="en-US" sz="4000" cap="all" dirty="0">
                <a:solidFill>
                  <a:schemeClr val="bg1"/>
                </a:solidFill>
                <a:latin typeface="Algerian" panose="04020705040A02060702" pitchFamily="82" charset="0"/>
                <a:ea typeface="+mj-ea"/>
                <a:cs typeface="+mj-cs"/>
              </a:rPr>
              <a:t>?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06D44D37-1A91-2726-087E-74F0692176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0"/>
          <a:stretch>
            <a:fillRect/>
          </a:stretch>
        </p:blipFill>
        <p:spPr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effectLst/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375F81F3-4E6A-DE8E-EBE0-098FCD767395}"/>
              </a:ext>
            </a:extLst>
          </p:cNvPr>
          <p:cNvSpPr txBox="1"/>
          <p:nvPr/>
        </p:nvSpPr>
        <p:spPr>
          <a:xfrm>
            <a:off x="4963259" y="2534247"/>
            <a:ext cx="6612007" cy="39063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algn="ctr">
              <a:lnSpc>
                <a:spcPct val="90000"/>
              </a:lnSpc>
              <a:spcAft>
                <a:spcPts val="600"/>
              </a:spcAft>
              <a:buClr>
                <a:srgbClr val="B5806D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Düğün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organizasyonlarda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misafir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bilgilerinin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sisteme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çoğu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zaman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tek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tek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manuel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olarak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girildiği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bu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durumun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özellikle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yüksek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katılımlı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organizasyonlarda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ciddi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zaman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kaybına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neden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olduğu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gözlemlendi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Clr>
                <a:srgbClr val="B5806D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Bazı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işletmelerde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misafir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listelerinin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kâğıt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üzerinden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takip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edilmesi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hosteslerin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uzun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listeler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arasında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isim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aramasına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girişlerde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yoğunluk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oluşmasına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sebep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olduğu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tespit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edildi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Clr>
                <a:srgbClr val="B5806D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Bu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sorunu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azaltmak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amacıyla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sistemin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;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kâğıt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, Word, PDF, PowerPoint,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fotoğraf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el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yazısıyla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hazırlanmış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listelerdeki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bilgileri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otomatik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okuyarak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doğrudan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sisteme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aktarabilmesi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planlandı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099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Resim 86">
            <a:extLst>
              <a:ext uri="{FF2B5EF4-FFF2-40B4-BE49-F238E27FC236}">
                <a16:creationId xmlns:a16="http://schemas.microsoft.com/office/drawing/2014/main" id="{9FB3E701-F8D8-903A-A808-3B4B454F0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0"/>
          <a:stretch>
            <a:fillRect/>
          </a:stretch>
        </p:blipFill>
        <p:spPr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effectLst/>
        </p:spPr>
      </p:pic>
      <p:sp>
        <p:nvSpPr>
          <p:cNvPr id="84" name="Metin kutusu 83">
            <a:extLst>
              <a:ext uri="{FF2B5EF4-FFF2-40B4-BE49-F238E27FC236}">
                <a16:creationId xmlns:a16="http://schemas.microsoft.com/office/drawing/2014/main" id="{AFE237C2-BA53-1D9D-A83F-75B1CAB58108}"/>
              </a:ext>
            </a:extLst>
          </p:cNvPr>
          <p:cNvSpPr txBox="1"/>
          <p:nvPr/>
        </p:nvSpPr>
        <p:spPr>
          <a:xfrm>
            <a:off x="5228535" y="2088000"/>
            <a:ext cx="6140449" cy="268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Clr>
                <a:srgbClr val="B7806D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Gelen–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gelmeyen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misafirlerin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takibi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boş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masa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görüntüleme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filtreleme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özellikleriyle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organizasyon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sürecinin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daha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düzenli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yönetilebilmesi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amaçlandı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  <a:endParaRPr lang="tr-TR" sz="2000" dirty="0">
              <a:solidFill>
                <a:schemeClr val="tx1">
                  <a:alpha val="8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rgbClr val="B7806D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*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Yapılan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analizler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sonucunda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misafir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karşılama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sürecini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hızlandıracak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kâğıt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karmaşasını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azaltacak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hosteslerin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iş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yükünü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hafifletecek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kullanıcı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dostu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bir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sistem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geliştirilmesine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karar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verildi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704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72FE0268-29D4-1F66-D816-C3E22FE29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69" y="133846"/>
            <a:ext cx="5234661" cy="32951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B46623A2-518F-12E3-55F9-58ECDEE21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444" y="133847"/>
            <a:ext cx="5923599" cy="32951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DB243242-0D39-FDC8-CC06-CCE1FA4F0C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40" t="11594" r="13179" b="5797"/>
          <a:stretch>
            <a:fillRect/>
          </a:stretch>
        </p:blipFill>
        <p:spPr>
          <a:xfrm>
            <a:off x="492369" y="3643024"/>
            <a:ext cx="5297233" cy="308113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0A71770A-F8E7-67F0-606A-100EC49E77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00" r="951" b="5362"/>
          <a:stretch>
            <a:fillRect/>
          </a:stretch>
        </p:blipFill>
        <p:spPr>
          <a:xfrm>
            <a:off x="6152444" y="3643023"/>
            <a:ext cx="5923599" cy="30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61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333A3715-97D3-E183-A38C-59F20BB44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01" y="172079"/>
            <a:ext cx="6931955" cy="4675224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D711EEAD-CAB5-EDC5-91ED-A6529997B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613" y="44651"/>
            <a:ext cx="4358986" cy="653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46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Resim 9">
            <a:extLst>
              <a:ext uri="{FF2B5EF4-FFF2-40B4-BE49-F238E27FC236}">
                <a16:creationId xmlns:a16="http://schemas.microsoft.com/office/drawing/2014/main" id="{EA06DBEF-C40E-A0EF-6CFC-A035F7F9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28" y="238539"/>
            <a:ext cx="5932851" cy="5834270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B92C7786-2C19-99BF-A2FD-1EB0A653C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591" y="238538"/>
            <a:ext cx="3742301" cy="583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4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52CEA262-F9F1-85F7-B5D3-DCFC19536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768" y="-1"/>
            <a:ext cx="4386733" cy="6132443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0E89E5D9-2A75-D85F-2311-181AA5613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444" y="-1"/>
            <a:ext cx="4551006" cy="665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44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F5E804-9365-A610-F091-9D62DC36B3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34B6F86-05C4-1446-8DA9-892F52D4EB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647FA44-E4C5-474D-F3C5-5C82462D9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6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54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Resim 17">
            <a:extLst>
              <a:ext uri="{FF2B5EF4-FFF2-40B4-BE49-F238E27FC236}">
                <a16:creationId xmlns:a16="http://schemas.microsoft.com/office/drawing/2014/main" id="{85024CF7-A929-46E3-EC80-ADDBEAEB85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5728" r="-1" b="-1"/>
          <a:stretch>
            <a:fillRect/>
          </a:stretch>
        </p:blipFill>
        <p:spPr>
          <a:xfrm>
            <a:off x="0" y="0"/>
            <a:ext cx="12191695" cy="6857990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34FE83D9-7D2C-0C6F-E722-9AEE5DF6AC06}"/>
              </a:ext>
            </a:extLst>
          </p:cNvPr>
          <p:cNvSpPr txBox="1"/>
          <p:nvPr/>
        </p:nvSpPr>
        <p:spPr>
          <a:xfrm>
            <a:off x="1130271" y="1193800"/>
            <a:ext cx="3193050" cy="469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tr-TR" sz="3200" cap="all" dirty="0">
                <a:latin typeface="Algerian" panose="04020705040A02060702" pitchFamily="82" charset="0"/>
                <a:ea typeface="+mj-ea"/>
                <a:cs typeface="+mj-cs"/>
              </a:rPr>
              <a:t>fi</a:t>
            </a:r>
            <a:r>
              <a:rPr lang="en-US" sz="3200" cap="all" dirty="0">
                <a:latin typeface="Algerian" panose="04020705040A02060702" pitchFamily="82" charset="0"/>
                <a:ea typeface="+mj-ea"/>
                <a:cs typeface="+mj-cs"/>
              </a:rPr>
              <a:t>k</a:t>
            </a:r>
            <a:r>
              <a:rPr lang="tr-TR" sz="3200" cap="all" dirty="0">
                <a:latin typeface="Algerian" panose="04020705040A02060702" pitchFamily="82" charset="0"/>
                <a:ea typeface="+mj-ea"/>
                <a:cs typeface="+mj-cs"/>
              </a:rPr>
              <a:t>i</a:t>
            </a:r>
            <a:r>
              <a:rPr lang="en-US" sz="3200" cap="all" dirty="0" err="1">
                <a:latin typeface="Algerian" panose="04020705040A02060702" pitchFamily="82" charset="0"/>
                <a:ea typeface="+mj-ea"/>
                <a:cs typeface="+mj-cs"/>
              </a:rPr>
              <a:t>rden</a:t>
            </a:r>
            <a:r>
              <a:rPr lang="en-US" sz="3200" cap="all" dirty="0">
                <a:latin typeface="Algerian" panose="04020705040A02060702" pitchFamily="82" charset="0"/>
                <a:ea typeface="+mj-ea"/>
                <a:cs typeface="+mj-cs"/>
              </a:rPr>
              <a:t> Koda: Yaz</a:t>
            </a:r>
            <a:r>
              <a:rPr lang="tr-TR" sz="3200" cap="all" dirty="0">
                <a:latin typeface="Algerian" panose="04020705040A02060702" pitchFamily="82" charset="0"/>
                <a:ea typeface="+mj-ea"/>
                <a:cs typeface="+mj-cs"/>
              </a:rPr>
              <a:t>ı</a:t>
            </a:r>
            <a:r>
              <a:rPr lang="en-US" sz="3200" cap="all" dirty="0" err="1">
                <a:latin typeface="Algerian" panose="04020705040A02060702" pitchFamily="82" charset="0"/>
                <a:ea typeface="+mj-ea"/>
                <a:cs typeface="+mj-cs"/>
              </a:rPr>
              <a:t>lım</a:t>
            </a:r>
            <a:r>
              <a:rPr lang="en-US" sz="3200" cap="all" dirty="0">
                <a:latin typeface="Algerian" panose="04020705040A02060702" pitchFamily="82" charset="0"/>
                <a:ea typeface="+mj-ea"/>
                <a:cs typeface="+mj-cs"/>
              </a:rPr>
              <a:t> İ</a:t>
            </a:r>
            <a:r>
              <a:rPr lang="tr-TR" sz="3200" cap="all" dirty="0">
                <a:latin typeface="Algerian" panose="04020705040A02060702" pitchFamily="82" charset="0"/>
                <a:ea typeface="+mj-ea"/>
                <a:cs typeface="+mj-cs"/>
              </a:rPr>
              <a:t>ş</a:t>
            </a:r>
            <a:r>
              <a:rPr lang="en-US" sz="3200" cap="all" dirty="0">
                <a:latin typeface="Algerian" panose="04020705040A02060702" pitchFamily="82" charset="0"/>
                <a:ea typeface="+mj-ea"/>
                <a:cs typeface="+mj-cs"/>
              </a:rPr>
              <a:t> </a:t>
            </a:r>
            <a:r>
              <a:rPr lang="en-US" sz="3200" cap="all" dirty="0" err="1">
                <a:latin typeface="Algerian" panose="04020705040A02060702" pitchFamily="82" charset="0"/>
                <a:ea typeface="+mj-ea"/>
                <a:cs typeface="+mj-cs"/>
              </a:rPr>
              <a:t>Akışı</a:t>
            </a:r>
            <a:r>
              <a:rPr lang="en-US" sz="3200" cap="all" dirty="0">
                <a:latin typeface="Algerian" panose="04020705040A02060702" pitchFamily="82" charset="0"/>
                <a:ea typeface="+mj-ea"/>
                <a:cs typeface="+mj-cs"/>
              </a:rPr>
              <a:t>   (G</a:t>
            </a:r>
            <a:r>
              <a:rPr lang="tr-TR" sz="3200" cap="all" dirty="0">
                <a:latin typeface="Algerian" panose="04020705040A02060702" pitchFamily="82" charset="0"/>
                <a:ea typeface="+mj-ea"/>
                <a:cs typeface="+mj-cs"/>
              </a:rPr>
              <a:t>i</a:t>
            </a:r>
            <a:r>
              <a:rPr lang="en-US" sz="3200" cap="all" dirty="0">
                <a:latin typeface="Algerian" panose="04020705040A02060702" pitchFamily="82" charset="0"/>
                <a:ea typeface="+mj-ea"/>
                <a:cs typeface="+mj-cs"/>
              </a:rPr>
              <a:t>r</a:t>
            </a:r>
            <a:r>
              <a:rPr lang="tr-TR" sz="3200" cap="all" dirty="0">
                <a:latin typeface="Algerian" panose="04020705040A02060702" pitchFamily="82" charset="0"/>
                <a:ea typeface="+mj-ea"/>
                <a:cs typeface="+mj-cs"/>
              </a:rPr>
              <a:t>i</a:t>
            </a:r>
            <a:r>
              <a:rPr lang="en-US" sz="3200" cap="all" dirty="0">
                <a:latin typeface="Algerian" panose="04020705040A02060702" pitchFamily="82" charset="0"/>
                <a:ea typeface="+mj-ea"/>
                <a:cs typeface="+mj-cs"/>
              </a:rPr>
              <a:t>ş </a:t>
            </a:r>
            <a:r>
              <a:rPr lang="en-US" sz="3200" cap="all" dirty="0" err="1">
                <a:latin typeface="Algerian" panose="04020705040A02060702" pitchFamily="82" charset="0"/>
                <a:ea typeface="+mj-ea"/>
                <a:cs typeface="+mj-cs"/>
              </a:rPr>
              <a:t>ve</a:t>
            </a:r>
            <a:r>
              <a:rPr lang="en-US" sz="3200" cap="all" dirty="0">
                <a:latin typeface="Algerian" panose="04020705040A02060702" pitchFamily="82" charset="0"/>
                <a:ea typeface="+mj-ea"/>
                <a:cs typeface="+mj-cs"/>
              </a:rPr>
              <a:t> Ver</a:t>
            </a:r>
            <a:r>
              <a:rPr lang="tr-TR" sz="3200" cap="all" dirty="0">
                <a:latin typeface="Algerian" panose="04020705040A02060702" pitchFamily="82" charset="0"/>
                <a:ea typeface="+mj-ea"/>
                <a:cs typeface="+mj-cs"/>
              </a:rPr>
              <a:t>i </a:t>
            </a:r>
            <a:r>
              <a:rPr lang="en-US" sz="3200" cap="all" dirty="0" err="1">
                <a:latin typeface="Algerian" panose="04020705040A02060702" pitchFamily="82" charset="0"/>
                <a:ea typeface="+mj-ea"/>
                <a:cs typeface="+mj-cs"/>
              </a:rPr>
              <a:t>İşleme</a:t>
            </a:r>
            <a:r>
              <a:rPr lang="en-US" sz="3200" cap="all" dirty="0">
                <a:latin typeface="Algerian" panose="04020705040A02060702" pitchFamily="82" charset="0"/>
                <a:ea typeface="+mj-ea"/>
                <a:cs typeface="+mj-cs"/>
              </a:rPr>
              <a:t>)</a:t>
            </a:r>
          </a:p>
        </p:txBody>
      </p:sp>
      <p:sp>
        <p:nvSpPr>
          <p:cNvPr id="154" name="İçerik Yer Tutucusu 5">
            <a:extLst>
              <a:ext uri="{FF2B5EF4-FFF2-40B4-BE49-F238E27FC236}">
                <a16:creationId xmlns:a16="http://schemas.microsoft.com/office/drawing/2014/main" id="{D2EB8CB8-5371-D2A8-C13C-241F8D324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78313" y="3018502"/>
            <a:ext cx="7015665" cy="120281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Adım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1: Rol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Tabanlı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Giriş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ve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Güvenlik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Yönetimi</a:t>
            </a:r>
            <a:endParaRPr lang="en-US" sz="2000" b="1" u="sng" dirty="0">
              <a:latin typeface="Algerian" panose="04020705040A02060702" pitchFamily="82" charset="0"/>
              <a:cs typeface="Dubai" panose="020B0503030403030204" pitchFamily="34" charset="-78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Sistemde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"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Yönetici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"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"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Hostes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"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olmak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üzere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iki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farklı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giriş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paneli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bulunur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.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Şifresini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unutan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kullanıcılar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için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mail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üzerinden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b="1" dirty="0" err="1">
                <a:latin typeface="Dubai" panose="020B0503030403030204" pitchFamily="34" charset="-78"/>
                <a:cs typeface="Dubai" panose="020B0503030403030204" pitchFamily="34" charset="-78"/>
              </a:rPr>
              <a:t>Şifre</a:t>
            </a:r>
            <a:r>
              <a:rPr lang="en-US" sz="2000" b="1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b="1" dirty="0" err="1">
                <a:latin typeface="Dubai" panose="020B0503030403030204" pitchFamily="34" charset="-78"/>
                <a:cs typeface="Dubai" panose="020B0503030403030204" pitchFamily="34" charset="-78"/>
              </a:rPr>
              <a:t>Sıfırlama</a:t>
            </a:r>
            <a:r>
              <a:rPr lang="en-US" sz="2000" b="1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b="1" dirty="0" err="1">
                <a:latin typeface="Dubai" panose="020B0503030403030204" pitchFamily="34" charset="-78"/>
                <a:cs typeface="Dubai" panose="020B0503030403030204" pitchFamily="34" charset="-78"/>
              </a:rPr>
              <a:t>Sistemi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çalışır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  <a:endParaRPr lang="tr-TR" sz="20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0" indent="0">
              <a:lnSpc>
                <a:spcPct val="110000"/>
              </a:lnSpc>
              <a:buNone/>
            </a:pPr>
            <a:endParaRPr lang="tr-TR" sz="20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Adım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2: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Döküman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Okuma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ve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H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b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Rİ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t OCR/CRNN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Katman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</a:t>
            </a:r>
            <a:endParaRPr lang="en-US" sz="2000" u="sng" dirty="0">
              <a:latin typeface="Algerian" panose="04020705040A02060702" pitchFamily="82" charset="0"/>
              <a:cs typeface="Dubai" panose="020B0503030403030204" pitchFamily="34" charset="-78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Sisteme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yüklenen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davetli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listesi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görselleri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veya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taranmış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belgeler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işleme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alınır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.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Standart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metinler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Tesseract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ile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okunması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zor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karakterler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ise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derin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öğrenme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tabanlı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b="1" dirty="0">
                <a:latin typeface="Dubai" panose="020B0503030403030204" pitchFamily="34" charset="-78"/>
                <a:cs typeface="Dubai" panose="020B0503030403030204" pitchFamily="34" charset="-78"/>
              </a:rPr>
              <a:t>CRNN </a:t>
            </a:r>
            <a:r>
              <a:rPr lang="en-US" sz="2000" b="1" dirty="0" err="1">
                <a:latin typeface="Dubai" panose="020B0503030403030204" pitchFamily="34" charset="-78"/>
                <a:cs typeface="Dubai" panose="020B0503030403030204" pitchFamily="34" charset="-78"/>
              </a:rPr>
              <a:t>mimarisi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ile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dijital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metne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dönüştürülür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  <a:endParaRPr lang="tr-TR" sz="20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ct val="110000"/>
              </a:lnSpc>
            </a:pPr>
            <a:endParaRPr lang="en-US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Adım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3: Ver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Ayıklama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ve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Düzenleme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(Parsing)</a:t>
            </a:r>
            <a:endParaRPr lang="en-US" sz="2000" u="sng" dirty="0">
              <a:latin typeface="Algerian" panose="04020705040A02060702" pitchFamily="82" charset="0"/>
              <a:cs typeface="Dubai" panose="020B0503030403030204" pitchFamily="34" charset="-78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OCR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sisteminden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gelen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ham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metin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blokları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filtrelenerek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; Ad,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Soyad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, Masa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Numarası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Kurum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gibi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kritik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bilgiler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birbirinden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ayıklanıp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düzenli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veritabanı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kayıtlarına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dönüştürülür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9627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CB9286A5-CDE3-D5B7-9E22-416BEF9607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28" r="-1" b="-1"/>
          <a:stretch>
            <a:fillRect/>
          </a:stretch>
        </p:blipFill>
        <p:spPr>
          <a:xfrm>
            <a:off x="305" y="-11430"/>
            <a:ext cx="12191695" cy="685799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F3EE4BAD-16BE-02D8-6D66-D7EAAA7C8BAD}"/>
              </a:ext>
            </a:extLst>
          </p:cNvPr>
          <p:cNvSpPr txBox="1"/>
          <p:nvPr/>
        </p:nvSpPr>
        <p:spPr>
          <a:xfrm>
            <a:off x="4745736" y="810161"/>
            <a:ext cx="7618984" cy="5273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Yönetici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;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tüm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misafirleri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ekleme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silme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düzenleme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yetkisine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sahiptir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. Konuk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arama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detaylı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filtreleme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Boş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Masa Durumu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takibi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konukların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Geldi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/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Gelmedi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durumları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bu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panelden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anlık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olarak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yönetilir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.(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Sözlü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Söylenecek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Detay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: Python-Docx,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OpenPyXL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PDFPlumber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ile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bu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veriler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raporlanabilir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.)</a:t>
            </a:r>
            <a:endParaRPr lang="tr-TR" sz="20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571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endParaRPr lang="en-US" sz="20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Adım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5: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Güvenl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 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L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nk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Payla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ŞI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m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ve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Hostes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Panel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 </a:t>
            </a: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Güvenlik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veri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gizliliği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amacıyla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saha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çalışanlarına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(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hosteslere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)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sistem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üzerinden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özel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bir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erişim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linki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gönderilir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  <a:endParaRPr lang="tr-TR" sz="20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571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Char char="o"/>
            </a:pPr>
            <a:endParaRPr lang="en-US" sz="20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Adım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6: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Hostes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Panel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Yetk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Kısıtlamalar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</a:t>
            </a: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Hostesler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kendilerine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gelen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linkle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panelde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konuk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arama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filtreleme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, masa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durumu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geldi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/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gelmedi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takibi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yapabilirler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;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ancak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veri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güvenliği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için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herhangi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bir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konuk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ekleme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veya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silme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işlemi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dirty="0" err="1">
                <a:latin typeface="Dubai" panose="020B0503030403030204" pitchFamily="34" charset="-78"/>
                <a:cs typeface="Dubai" panose="020B0503030403030204" pitchFamily="34" charset="-78"/>
              </a:rPr>
              <a:t>gerçekleştiremezler</a:t>
            </a: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.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0D8422B-F2AF-64A3-FA6D-FB4DEE3ABD37}"/>
              </a:ext>
            </a:extLst>
          </p:cNvPr>
          <p:cNvSpPr txBox="1"/>
          <p:nvPr/>
        </p:nvSpPr>
        <p:spPr>
          <a:xfrm>
            <a:off x="773708" y="1905506"/>
            <a:ext cx="34498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 err="1">
                <a:latin typeface="Algerian" panose="04020705040A02060702" pitchFamily="82" charset="0"/>
              </a:rPr>
              <a:t>Fİkİrden</a:t>
            </a:r>
            <a:r>
              <a:rPr lang="tr-TR" sz="3200" dirty="0">
                <a:latin typeface="Algerian" panose="04020705040A02060702" pitchFamily="82" charset="0"/>
              </a:rPr>
              <a:t> Koda: Yazılım İŞ </a:t>
            </a:r>
            <a:r>
              <a:rPr lang="tr-TR" sz="3200" dirty="0" err="1">
                <a:latin typeface="Algerian" panose="04020705040A02060702" pitchFamily="82" charset="0"/>
              </a:rPr>
              <a:t>AkIŞI</a:t>
            </a:r>
            <a:r>
              <a:rPr lang="tr-TR" sz="3200" dirty="0">
                <a:latin typeface="Algerian" panose="04020705040A02060702" pitchFamily="82" charset="0"/>
              </a:rPr>
              <a:t> (Panel Yönetimi Ve Uygulama </a:t>
            </a:r>
            <a:r>
              <a:rPr lang="tr-TR" sz="3200" dirty="0" err="1">
                <a:latin typeface="Algerian" panose="04020705040A02060702" pitchFamily="82" charset="0"/>
              </a:rPr>
              <a:t>MantIĞI</a:t>
            </a:r>
            <a:r>
              <a:rPr lang="tr-TR" sz="3200" dirty="0">
                <a:latin typeface="Algerian" panose="04020705040A02060702" pitchFamily="82" charset="0"/>
              </a:rPr>
              <a:t>)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93F2D05-20BB-AB97-EB3B-648C5B44513C}"/>
              </a:ext>
            </a:extLst>
          </p:cNvPr>
          <p:cNvSpPr txBox="1"/>
          <p:nvPr/>
        </p:nvSpPr>
        <p:spPr>
          <a:xfrm>
            <a:off x="4697864" y="173015"/>
            <a:ext cx="7618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Adım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4: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Yönet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c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Panel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ve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Gel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şm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ş F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İ</a:t>
            </a:r>
            <a:r>
              <a:rPr lang="en-US" sz="2000" b="1" u="sng" dirty="0" err="1">
                <a:latin typeface="Algerian" panose="04020705040A02060702" pitchFamily="82" charset="0"/>
                <a:cs typeface="Dubai" panose="020B0503030403030204" pitchFamily="34" charset="-78"/>
              </a:rPr>
              <a:t>ltreleme</a:t>
            </a:r>
            <a:r>
              <a:rPr lang="tr-TR" sz="2000" b="1" u="sng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934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4" descr="Aydınlatılmış devre kartının yakından görünümü">
            <a:extLst>
              <a:ext uri="{FF2B5EF4-FFF2-40B4-BE49-F238E27FC236}">
                <a16:creationId xmlns:a16="http://schemas.microsoft.com/office/drawing/2014/main" id="{3084BD66-BC3E-4C05-77AB-99CA59AB1F3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r="-1" b="21326"/>
          <a:stretch>
            <a:fillRect/>
          </a:stretch>
        </p:blipFill>
        <p:spPr>
          <a:xfrm>
            <a:off x="305" y="0"/>
            <a:ext cx="12191695" cy="6857990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1081DA16-0425-225A-2499-FAD33502BE8C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BB38D18D-5120-0861-7B5C-C703DE5E3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377" y="0"/>
            <a:ext cx="12214377" cy="6858000"/>
          </a:xfrm>
          <a:prstGeom prst="rect">
            <a:avLst/>
          </a:prstGeom>
        </p:spPr>
      </p:pic>
      <p:sp>
        <p:nvSpPr>
          <p:cNvPr id="104" name="Başlık 103">
            <a:extLst>
              <a:ext uri="{FF2B5EF4-FFF2-40B4-BE49-F238E27FC236}">
                <a16:creationId xmlns:a16="http://schemas.microsoft.com/office/drawing/2014/main" id="{FEF38DF2-3569-F1E4-4A0D-1F3772E6F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853" y="88988"/>
            <a:ext cx="9607661" cy="444666"/>
          </a:xfrm>
        </p:spPr>
        <p:txBody>
          <a:bodyPr>
            <a:noAutofit/>
          </a:bodyPr>
          <a:lstStyle/>
          <a:p>
            <a:pPr algn="ctr"/>
            <a:r>
              <a:rPr lang="tr-TR" b="1" dirty="0">
                <a:latin typeface="Algerian" panose="04020705040A02060702" pitchFamily="82" charset="0"/>
              </a:rPr>
              <a:t>sistemin Sürekliliği ve Geliştirilmesi</a:t>
            </a:r>
          </a:p>
        </p:txBody>
      </p:sp>
      <p:sp>
        <p:nvSpPr>
          <p:cNvPr id="113" name="İçerik Yer Tutucusu 112">
            <a:extLst>
              <a:ext uri="{FF2B5EF4-FFF2-40B4-BE49-F238E27FC236}">
                <a16:creationId xmlns:a16="http://schemas.microsoft.com/office/drawing/2014/main" id="{D0BDBFDC-E3D5-DB52-F017-1F7215A39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6057" y="772161"/>
            <a:ext cx="6092343" cy="459496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tr-TR" dirty="0">
                <a:latin typeface="Dubai" panose="020B0503030403030204" pitchFamily="34" charset="-78"/>
                <a:cs typeface="Dubai" panose="020B0503030403030204" pitchFamily="34" charset="-78"/>
              </a:rPr>
              <a:t>Günümüzde gelişen teknoloji, buna bağlı doğan yeni ihtiyaçlar çerçevesinde teknolojik cihazlarımızda, uygulamalarımızda  yenilenme ve gelişme ihtiyacı oluşmaktadır. Projelerimiz baz alındığında uygulama var olduğu sürece güncellemeye açıktır.</a:t>
            </a:r>
          </a:p>
          <a:p>
            <a:pPr>
              <a:spcBef>
                <a:spcPts val="0"/>
              </a:spcBef>
            </a:pPr>
            <a:r>
              <a:rPr lang="tr-TR" dirty="0">
                <a:latin typeface="Dubai" panose="020B0503030403030204" pitchFamily="34" charset="-78"/>
                <a:cs typeface="Dubai" panose="020B0503030403030204" pitchFamily="34" charset="-78"/>
              </a:rPr>
              <a:t>Karşılaşılan bazı sorunlar ve çözümleri şu şekildedir:</a:t>
            </a:r>
          </a:p>
          <a:p>
            <a:pPr>
              <a:spcBef>
                <a:spcPts val="0"/>
              </a:spcBef>
            </a:pPr>
            <a:endParaRPr lang="tr-TR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b="1" dirty="0">
                <a:latin typeface="Algerian" panose="04020705040A02060702" pitchFamily="82" charset="0"/>
                <a:cs typeface="Dubai" panose="020B0503030403030204" pitchFamily="34" charset="-78"/>
              </a:rPr>
              <a:t>Mail sistemi </a:t>
            </a:r>
            <a:r>
              <a:rPr lang="tr-TR" b="1" dirty="0" err="1">
                <a:latin typeface="Algerian" panose="04020705040A02060702" pitchFamily="82" charset="0"/>
                <a:cs typeface="Dubai" panose="020B0503030403030204" pitchFamily="34" charset="-78"/>
              </a:rPr>
              <a:t>problemİ</a:t>
            </a:r>
            <a:r>
              <a:rPr lang="tr-TR" dirty="0">
                <a:latin typeface="Algerian" panose="04020705040A02060702" pitchFamily="82" charset="0"/>
                <a:cs typeface="Dubai" panose="020B0503030403030204" pitchFamily="34" charset="-78"/>
              </a:rPr>
              <a:t>:</a:t>
            </a:r>
          </a:p>
          <a:p>
            <a:pPr>
              <a:spcBef>
                <a:spcPts val="0"/>
              </a:spcBef>
            </a:pPr>
            <a:r>
              <a:rPr lang="tr-TR" dirty="0" err="1">
                <a:latin typeface="Dubai" panose="020B0503030403030204" pitchFamily="34" charset="-78"/>
                <a:cs typeface="Dubai" panose="020B0503030403030204" pitchFamily="34" charset="-78"/>
              </a:rPr>
              <a:t>Flask</a:t>
            </a:r>
            <a:r>
              <a:rPr lang="tr-TR" dirty="0">
                <a:latin typeface="Dubai" panose="020B0503030403030204" pitchFamily="34" charset="-78"/>
                <a:cs typeface="Dubai" panose="020B0503030403030204" pitchFamily="34" charset="-78"/>
              </a:rPr>
              <a:t>-Mail kütüphanesinde Windows işletim sistemi kaynaklı karakter kodlama (Unicode/ASCII) ve yetkisiz e-posta gönderimi sorunları yaşanmıştır. </a:t>
            </a:r>
          </a:p>
          <a:p>
            <a:pPr>
              <a:spcBef>
                <a:spcPts val="0"/>
              </a:spcBef>
            </a:pPr>
            <a:r>
              <a:rPr lang="tr-TR" dirty="0">
                <a:latin typeface="Dubai" panose="020B0503030403030204" pitchFamily="34" charset="-78"/>
                <a:cs typeface="Dubai" panose="020B0503030403030204" pitchFamily="34" charset="-78"/>
              </a:rPr>
              <a:t>Bu problem, </a:t>
            </a:r>
            <a:r>
              <a:rPr lang="tr-TR" dirty="0" err="1">
                <a:latin typeface="Dubai" panose="020B0503030403030204" pitchFamily="34" charset="-78"/>
                <a:cs typeface="Dubai" panose="020B0503030403030204" pitchFamily="34" charset="-78"/>
              </a:rPr>
              <a:t>smtplib</a:t>
            </a:r>
            <a:r>
              <a:rPr lang="tr-TR" dirty="0">
                <a:latin typeface="Dubai" panose="020B0503030403030204" pitchFamily="34" charset="-78"/>
                <a:cs typeface="Dubai" panose="020B0503030403030204" pitchFamily="34" charset="-78"/>
              </a:rPr>
              <a:t> ve </a:t>
            </a:r>
            <a:r>
              <a:rPr lang="tr-TR" dirty="0" err="1">
                <a:latin typeface="Dubai" panose="020B0503030403030204" pitchFamily="34" charset="-78"/>
                <a:cs typeface="Dubai" panose="020B0503030403030204" pitchFamily="34" charset="-78"/>
              </a:rPr>
              <a:t>MIMEText</a:t>
            </a:r>
            <a:r>
              <a:rPr lang="tr-TR" dirty="0">
                <a:latin typeface="Dubai" panose="020B0503030403030204" pitchFamily="34" charset="-78"/>
                <a:cs typeface="Dubai" panose="020B0503030403030204" pitchFamily="34" charset="-78"/>
              </a:rPr>
              <a:t> yapısı kullanılarak çözülmüş, tüm veri akışı UTF-8 standardına uygun hale getirilmiştir. Ayrıca </a:t>
            </a:r>
            <a:r>
              <a:rPr lang="tr-TR" dirty="0" err="1">
                <a:latin typeface="Dubai" panose="020B0503030403030204" pitchFamily="34" charset="-78"/>
                <a:cs typeface="Dubai" panose="020B0503030403030204" pitchFamily="34" charset="-78"/>
              </a:rPr>
              <a:t>veritabanı</a:t>
            </a:r>
            <a:r>
              <a:rPr lang="tr-TR" dirty="0">
                <a:latin typeface="Dubai" panose="020B0503030403030204" pitchFamily="34" charset="-78"/>
                <a:cs typeface="Dubai" panose="020B0503030403030204" pitchFamily="34" charset="-78"/>
              </a:rPr>
              <a:t> entegrasyonu sağlanarak şifre sıfırlama işlemleri daha güvenli hâle getirilmiştir.</a:t>
            </a:r>
          </a:p>
        </p:txBody>
      </p:sp>
      <p:sp>
        <p:nvSpPr>
          <p:cNvPr id="115" name="İçerik Yer Tutucusu 114">
            <a:extLst>
              <a:ext uri="{FF2B5EF4-FFF2-40B4-BE49-F238E27FC236}">
                <a16:creationId xmlns:a16="http://schemas.microsoft.com/office/drawing/2014/main" id="{1434E2FB-7BB5-B692-F7A8-25A18C863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8400" y="802347"/>
            <a:ext cx="5920918" cy="56486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sz="3200" b="1" dirty="0" err="1">
                <a:latin typeface="Algerian" panose="04020705040A02060702" pitchFamily="82" charset="0"/>
                <a:cs typeface="Dubai" panose="020B0503030403030204" pitchFamily="34" charset="-78"/>
              </a:rPr>
              <a:t>Döküman</a:t>
            </a:r>
            <a:r>
              <a:rPr lang="tr-TR" sz="3200" b="1" dirty="0">
                <a:latin typeface="Algerian" panose="04020705040A02060702" pitchFamily="82" charset="0"/>
                <a:cs typeface="Dubai" panose="020B0503030403030204" pitchFamily="34" charset="-78"/>
              </a:rPr>
              <a:t> okuma ve </a:t>
            </a:r>
            <a:r>
              <a:rPr lang="tr-TR" sz="3200" b="1" dirty="0" err="1">
                <a:latin typeface="Algerian" panose="04020705040A02060702" pitchFamily="82" charset="0"/>
                <a:cs typeface="Dubai" panose="020B0503030403030204" pitchFamily="34" charset="-78"/>
              </a:rPr>
              <a:t>lİsteleme</a:t>
            </a:r>
            <a:r>
              <a:rPr lang="tr-TR" sz="3200" b="1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tr-TR" sz="3200" b="1" dirty="0" err="1">
                <a:latin typeface="Algerian" panose="04020705040A02060702" pitchFamily="82" charset="0"/>
                <a:cs typeface="Dubai" panose="020B0503030403030204" pitchFamily="34" charset="-78"/>
              </a:rPr>
              <a:t>problemİ</a:t>
            </a:r>
            <a:r>
              <a:rPr lang="tr-TR" sz="3200" b="1" dirty="0">
                <a:latin typeface="Algerian" panose="04020705040A02060702" pitchFamily="82" charset="0"/>
                <a:cs typeface="Dubai" panose="020B0503030403030204" pitchFamily="34" charset="-78"/>
              </a:rPr>
              <a:t>:</a:t>
            </a:r>
          </a:p>
          <a:p>
            <a:r>
              <a:rPr lang="tr-TR" sz="3200" dirty="0">
                <a:latin typeface="Dubai" panose="020B0503030403030204" pitchFamily="34" charset="-78"/>
                <a:cs typeface="Dubai" panose="020B0503030403030204" pitchFamily="34" charset="-78"/>
              </a:rPr>
              <a:t>Yapılan testlerde </a:t>
            </a:r>
            <a:r>
              <a:rPr lang="tr-TR" sz="3200" dirty="0" err="1">
                <a:latin typeface="Dubai" panose="020B0503030403030204" pitchFamily="34" charset="-78"/>
                <a:cs typeface="Dubai" panose="020B0503030403030204" pitchFamily="34" charset="-78"/>
              </a:rPr>
              <a:t>Tesseract</a:t>
            </a:r>
            <a:r>
              <a:rPr lang="tr-TR" sz="3200" dirty="0">
                <a:latin typeface="Dubai" panose="020B0503030403030204" pitchFamily="34" charset="-78"/>
                <a:cs typeface="Dubai" panose="020B0503030403030204" pitchFamily="34" charset="-78"/>
              </a:rPr>
              <a:t> OCR sisteminin el yazısını okuma performansının yetersiz olduğu görülmüştür. </a:t>
            </a:r>
          </a:p>
          <a:p>
            <a:r>
              <a:rPr lang="tr-TR" sz="3200" dirty="0">
                <a:latin typeface="Dubai" panose="020B0503030403030204" pitchFamily="34" charset="-78"/>
                <a:cs typeface="Dubai" panose="020B0503030403030204" pitchFamily="34" charset="-78"/>
              </a:rPr>
              <a:t>Bu nedenle projeye CRNN/CNN tabanlı OCR sistemi entegre edilerek el yazısı verilerinin daha doğru şekilde okunması hedeflenmiştir.</a:t>
            </a:r>
          </a:p>
          <a:p>
            <a:endParaRPr lang="tr-TR" sz="32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0" indent="0">
              <a:buNone/>
            </a:pPr>
            <a:r>
              <a:rPr lang="tr-TR" sz="3200" b="1" dirty="0">
                <a:latin typeface="Algerian" panose="04020705040A02060702" pitchFamily="82" charset="0"/>
                <a:cs typeface="Dubai" panose="020B0503030403030204" pitchFamily="34" charset="-78"/>
              </a:rPr>
              <a:t>El yazısı ve </a:t>
            </a:r>
            <a:r>
              <a:rPr lang="tr-TR" sz="3200" b="1" dirty="0" err="1">
                <a:latin typeface="Algerian" panose="04020705040A02060702" pitchFamily="82" charset="0"/>
                <a:cs typeface="Dubai" panose="020B0503030403030204" pitchFamily="34" charset="-78"/>
              </a:rPr>
              <a:t>hİzalama</a:t>
            </a:r>
            <a:r>
              <a:rPr lang="tr-TR" sz="3200" b="1" dirty="0">
                <a:latin typeface="Algerian" panose="04020705040A02060702" pitchFamily="82" charset="0"/>
                <a:cs typeface="Dubai" panose="020B0503030403030204" pitchFamily="34" charset="-78"/>
              </a:rPr>
              <a:t> </a:t>
            </a:r>
            <a:r>
              <a:rPr lang="tr-TR" sz="3200" b="1" dirty="0" err="1">
                <a:latin typeface="Algerian" panose="04020705040A02060702" pitchFamily="82" charset="0"/>
                <a:cs typeface="Dubai" panose="020B0503030403030204" pitchFamily="34" charset="-78"/>
              </a:rPr>
              <a:t>problemİ</a:t>
            </a:r>
            <a:r>
              <a:rPr lang="tr-TR" sz="3200" b="1" dirty="0">
                <a:latin typeface="Algerian" panose="04020705040A02060702" pitchFamily="82" charset="0"/>
                <a:cs typeface="Dubai" panose="020B0503030403030204" pitchFamily="34" charset="-78"/>
              </a:rPr>
              <a:t>:</a:t>
            </a:r>
          </a:p>
          <a:p>
            <a:r>
              <a:rPr lang="tr-TR" sz="3200" dirty="0">
                <a:latin typeface="Dubai" panose="020B0503030403030204" pitchFamily="34" charset="-78"/>
                <a:cs typeface="Dubai" panose="020B0503030403030204" pitchFamily="34" charset="-78"/>
              </a:rPr>
              <a:t>Bazı belgelerde çizgilerin eğik veya düzensiz olması nedeniyle veri okuma sırasında kaymalar meydana gelmiştir. </a:t>
            </a:r>
          </a:p>
          <a:p>
            <a:r>
              <a:rPr lang="tr-TR" sz="3200" dirty="0">
                <a:latin typeface="Dubai" panose="020B0503030403030204" pitchFamily="34" charset="-78"/>
                <a:cs typeface="Dubai" panose="020B0503030403030204" pitchFamily="34" charset="-78"/>
              </a:rPr>
              <a:t>Bu sorunu azaltmak amacıyla sistem üzerinde sabitleme ve hizalama iyileştirmeleri uygulanmıştır.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02482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Resim 17">
            <a:extLst>
              <a:ext uri="{FF2B5EF4-FFF2-40B4-BE49-F238E27FC236}">
                <a16:creationId xmlns:a16="http://schemas.microsoft.com/office/drawing/2014/main" id="{6FFB6744-9355-E750-E729-BA2C1E2701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3" r="-1" b="7915"/>
          <a:stretch>
            <a:fillRect/>
          </a:stretch>
        </p:blipFill>
        <p:spPr>
          <a:xfrm>
            <a:off x="20" y="10"/>
            <a:ext cx="1219167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94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9DAFCE64-0EFC-B9B1-5372-6FA6FCB7D5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3" b="115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13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60C17F-5828-F605-E47E-9CDB2493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812" y="1027937"/>
            <a:ext cx="3701181" cy="3711894"/>
          </a:xfrm>
        </p:spPr>
        <p:txBody>
          <a:bodyPr vert="horz" lIns="91440" tIns="45720" rIns="91440" bIns="0" rtlCol="0" anchor="ctr">
            <a:normAutofit/>
          </a:bodyPr>
          <a:lstStyle/>
          <a:p>
            <a:r>
              <a:rPr lang="en-US" sz="4000" dirty="0" err="1">
                <a:latin typeface="Algerian" panose="04020705040A02060702" pitchFamily="82" charset="0"/>
              </a:rPr>
              <a:t>Kaynakça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7D6BC2-0E3A-09DC-B41C-26478DC9F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2293" y="1106250"/>
            <a:ext cx="5127943" cy="4360271"/>
          </a:xfrm>
        </p:spPr>
        <p:txBody>
          <a:bodyPr vert="horz" lIns="91440" tIns="91440" rIns="91440" bIns="9144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tr-TR" sz="2000" cap="all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2000" cap="all" dirty="0">
                <a:latin typeface="Dubai" panose="020B0503030403030204" pitchFamily="34" charset="-78"/>
                <a:cs typeface="Dubai" panose="020B0503030403030204" pitchFamily="34" charset="-78"/>
              </a:rPr>
              <a:t>         </a:t>
            </a:r>
          </a:p>
        </p:txBody>
      </p:sp>
      <p:graphicFrame>
        <p:nvGraphicFramePr>
          <p:cNvPr id="75" name="Metin kutusu 3">
            <a:extLst>
              <a:ext uri="{FF2B5EF4-FFF2-40B4-BE49-F238E27FC236}">
                <a16:creationId xmlns:a16="http://schemas.microsoft.com/office/drawing/2014/main" id="{588ACDC7-8AAF-1238-590F-77C25B5266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4253856"/>
              </p:ext>
            </p:extLst>
          </p:nvPr>
        </p:nvGraphicFramePr>
        <p:xfrm>
          <a:off x="4731026" y="729586"/>
          <a:ext cx="7460974" cy="3784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8419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34342C-2173-4B23-9C3C-2950C6A3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071" y="964770"/>
            <a:ext cx="6257805" cy="182071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dirty="0"/>
              <a:t>DİNLEDİĞİNİZ İÇİN TEŞEKKÜRLER…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A75989C-CEF6-4790-9F3D-DDEC3CEEC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0074" y="3529159"/>
            <a:ext cx="4972063" cy="1534644"/>
          </a:xfrm>
        </p:spPr>
        <p:txBody>
          <a:bodyPr vert="horz" lIns="91440" tIns="91440" rIns="91440" bIns="91440" rtlCol="0">
            <a:normAutofit/>
          </a:bodyPr>
          <a:lstStyle/>
          <a:p>
            <a:r>
              <a:rPr lang="tr-TR" sz="2000" u="sng" cap="all" dirty="0">
                <a:solidFill>
                  <a:srgbClr val="002060"/>
                </a:solidFill>
                <a:latin typeface="Algerian" panose="04020705040A02060702" pitchFamily="82" charset="0"/>
                <a:cs typeface="Aldhabi" panose="020F0502020204030204" pitchFamily="2" charset="-78"/>
              </a:rPr>
              <a:t>Ekip adı</a:t>
            </a:r>
            <a:r>
              <a:rPr lang="tr-TR" sz="2000" cap="all" dirty="0">
                <a:latin typeface="Algerian" panose="04020705040A02060702" pitchFamily="82" charset="0"/>
                <a:cs typeface="Aldhabi" panose="020F0502020204030204" pitchFamily="2" charset="-78"/>
              </a:rPr>
              <a:t> </a:t>
            </a:r>
            <a:r>
              <a:rPr lang="tr-TR" sz="2000" cap="all" dirty="0"/>
              <a:t>: </a:t>
            </a:r>
            <a:r>
              <a:rPr lang="tr-TR" sz="2000" cap="all" dirty="0" err="1">
                <a:solidFill>
                  <a:srgbClr val="002060"/>
                </a:solidFill>
                <a:latin typeface="Algerian" panose="04020705040A02060702" pitchFamily="82" charset="0"/>
              </a:rPr>
              <a:t>double</a:t>
            </a:r>
            <a:r>
              <a:rPr lang="tr-TR" sz="2000" cap="all" dirty="0">
                <a:solidFill>
                  <a:srgbClr val="002060"/>
                </a:solidFill>
                <a:latin typeface="Algerian" panose="04020705040A02060702" pitchFamily="82" charset="0"/>
              </a:rPr>
              <a:t> </a:t>
            </a:r>
            <a:r>
              <a:rPr lang="tr-TR" sz="2000" cap="all" dirty="0" err="1">
                <a:solidFill>
                  <a:srgbClr val="002060"/>
                </a:solidFill>
                <a:latin typeface="Algerian" panose="04020705040A02060702" pitchFamily="82" charset="0"/>
              </a:rPr>
              <a:t>trouble</a:t>
            </a:r>
            <a:endParaRPr lang="tr-TR" sz="2000" cap="all" dirty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r>
              <a:rPr lang="tr-TR" sz="2000" cap="all" dirty="0">
                <a:solidFill>
                  <a:schemeClr val="accent5"/>
                </a:solidFill>
                <a:latin typeface="Algerian" panose="04020705040A02060702" pitchFamily="82" charset="0"/>
              </a:rPr>
              <a:t>Sude yılmaz </a:t>
            </a:r>
            <a:r>
              <a:rPr lang="tr-TR" sz="2000" cap="all" dirty="0"/>
              <a:t>/ </a:t>
            </a:r>
            <a:r>
              <a:rPr lang="tr-TR" sz="2000" cap="all" dirty="0">
                <a:solidFill>
                  <a:schemeClr val="accent5"/>
                </a:solidFill>
              </a:rPr>
              <a:t>05434535993</a:t>
            </a:r>
          </a:p>
          <a:p>
            <a:r>
              <a:rPr lang="tr-TR" sz="2000" cap="all" dirty="0">
                <a:solidFill>
                  <a:schemeClr val="accent5"/>
                </a:solidFill>
                <a:latin typeface="Algerian" panose="04020705040A02060702" pitchFamily="82" charset="0"/>
              </a:rPr>
              <a:t>CEYDANUR ARSLAN </a:t>
            </a:r>
            <a:r>
              <a:rPr lang="tr-TR" sz="2000" cap="all" dirty="0"/>
              <a:t>/ </a:t>
            </a:r>
            <a:r>
              <a:rPr lang="tr-TR" sz="2000" cap="all" dirty="0">
                <a:solidFill>
                  <a:schemeClr val="accent5"/>
                </a:solidFill>
              </a:rPr>
              <a:t>05312944245</a:t>
            </a:r>
          </a:p>
          <a:p>
            <a:endParaRPr lang="en-US" cap="all" dirty="0"/>
          </a:p>
        </p:txBody>
      </p:sp>
      <p:pic>
        <p:nvPicPr>
          <p:cNvPr id="5" name="Resim 4" descr="Beyaz merdivenler">
            <a:extLst>
              <a:ext uri="{FF2B5EF4-FFF2-40B4-BE49-F238E27FC236}">
                <a16:creationId xmlns:a16="http://schemas.microsoft.com/office/drawing/2014/main" id="{BDEE4019-56F2-459C-B15D-76C0CDC216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223" r="33860"/>
          <a:stretch>
            <a:fillRect/>
          </a:stretch>
        </p:blipFill>
        <p:spPr>
          <a:xfrm flipH="1">
            <a:off x="1271223" y="1116345"/>
            <a:ext cx="3362141" cy="38661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567B37CF-4CD2-AFD3-C3C3-383E634CF530}"/>
              </a:ext>
            </a:extLst>
          </p:cNvPr>
          <p:cNvSpPr txBox="1"/>
          <p:nvPr/>
        </p:nvSpPr>
        <p:spPr>
          <a:xfrm>
            <a:off x="3076712" y="3237031"/>
            <a:ext cx="610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C4247EF7-14CF-59F4-76DF-107D0B315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149" y="1115282"/>
            <a:ext cx="3725796" cy="386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3321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">
  <a:themeElements>
    <a:clrScheme name="Galeri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abd11d-90e3-43ad-8ab5-34abd1526e5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E8AC719815644A4CAD96D4D752BF3270" ma:contentTypeVersion="5" ma:contentTypeDescription="Yeni belge oluşturun." ma:contentTypeScope="" ma:versionID="e6699f1fd4a5d23c12700f21ca0b2da3">
  <xsd:schema xmlns:xsd="http://www.w3.org/2001/XMLSchema" xmlns:xs="http://www.w3.org/2001/XMLSchema" xmlns:p="http://schemas.microsoft.com/office/2006/metadata/properties" xmlns:ns3="36abd11d-90e3-43ad-8ab5-34abd1526e52" targetNamespace="http://schemas.microsoft.com/office/2006/metadata/properties" ma:root="true" ma:fieldsID="000f0ce3f49543948082bcaa15060653" ns3:_="">
    <xsd:import namespace="36abd11d-90e3-43ad-8ab5-34abd1526e5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bd11d-90e3-43ad-8ab5-34abd1526e5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AABB37-1599-4AE8-818C-82E84CA93DF4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http://schemas.openxmlformats.org/package/2006/metadata/core-properties"/>
    <ds:schemaRef ds:uri="36abd11d-90e3-43ad-8ab5-34abd1526e52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736B6E7-C5F4-4A9D-8755-DA632CDD5B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abd11d-90e3-43ad-8ab5-34abd1526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F9EC99-89FF-486C-9E02-31E13FD72E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Galeri</Template>
  <TotalTime>1012</TotalTime>
  <Words>777</Words>
  <Application>Microsoft Office PowerPoint</Application>
  <PresentationFormat>Geniş ekran</PresentationFormat>
  <Paragraphs>71</Paragraphs>
  <Slides>17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6" baseType="lpstr">
      <vt:lpstr>Algerian</vt:lpstr>
      <vt:lpstr>Angsana New</vt:lpstr>
      <vt:lpstr>Arial</vt:lpstr>
      <vt:lpstr>Calibri</vt:lpstr>
      <vt:lpstr>Courier New</vt:lpstr>
      <vt:lpstr>Dubai</vt:lpstr>
      <vt:lpstr>Gill Sans MT</vt:lpstr>
      <vt:lpstr>Wingdings</vt:lpstr>
      <vt:lpstr>Galeri</vt:lpstr>
      <vt:lpstr>  HOSTEASY</vt:lpstr>
      <vt:lpstr> Organİzasyon Yönetİmİnde Yenİ Nesİl Sİstem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sistemin Sürekliliği ve Geliştirilmesi</vt:lpstr>
      <vt:lpstr>PowerPoint Sunusu</vt:lpstr>
      <vt:lpstr>PowerPoint Sunusu</vt:lpstr>
      <vt:lpstr>Kaynakça</vt:lpstr>
      <vt:lpstr>DİNLEDİĞİNİZ İÇİN TEŞEKKÜRLER…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Sude Yılmaz</dc:creator>
  <cp:lastModifiedBy>Sude Yılmaz</cp:lastModifiedBy>
  <cp:revision>15</cp:revision>
  <dcterms:created xsi:type="dcterms:W3CDTF">2026-06-08T08:28:08Z</dcterms:created>
  <dcterms:modified xsi:type="dcterms:W3CDTF">2026-06-09T10:58:39Z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0x010100E8AC719815644A4CAD96D4D752BF3270</vt:lpwstr>
  </property>
</Properties>
</file>